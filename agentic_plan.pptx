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03" r:id="rId2"/>
    <p:sldMasterId id="2147483743" r:id="rId3"/>
  </p:sldMasterIdLst>
  <p:notesMasterIdLst>
    <p:notesMasterId r:id="rId8"/>
  </p:notesMasterIdLst>
  <p:sldIdLst>
    <p:sldId id="2147483646" r:id="rId4"/>
    <p:sldId id="263" r:id="rId5"/>
    <p:sldId id="286" r:id="rId6"/>
    <p:sldId id="274" r:id="rId7"/>
    <p:sldId id="214748364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1AF2F9-2357-43C9-A879-2E6A1C7E0ABE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FBBA1B-B066-4F25-8FE7-D563CA448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11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CD04D-8349-6F33-1760-43BCF16E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2DC68-6E36-8429-FFA3-EE3C567D9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D57D8-7654-C573-ED63-8D53F02ECD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Version 0 of knowledge executor agent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5CB67-5F5F-10B2-F6E3-03BA856B5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FBBA1B-B066-4F25-8FE7-D563CA448A4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5988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B790E-EC26-236E-FF29-449FA5846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D1F4B-DED9-7AF7-F696-98D5F7928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9E79DE-A058-F21B-9833-CA75ECE35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Version 0 of knowledge executor agent</a:t>
            </a:r>
          </a:p>
          <a:p>
            <a:endParaRPr lang="en-US"/>
          </a:p>
          <a:p>
            <a:r>
              <a:rPr lang="en-US"/>
              <a:t>3 streams of discussions:</a:t>
            </a:r>
          </a:p>
          <a:p>
            <a:r>
              <a:rPr lang="en-US"/>
              <a:t>1 – </a:t>
            </a:r>
            <a:r>
              <a:rPr lang="en-US" err="1"/>
              <a:t>Gautum’s</a:t>
            </a:r>
            <a:r>
              <a:rPr lang="en-US"/>
              <a:t> team – NBA integration with troubleshooting</a:t>
            </a:r>
          </a:p>
          <a:p>
            <a:endParaRPr lang="en-US"/>
          </a:p>
          <a:p>
            <a:r>
              <a:rPr lang="en-US"/>
              <a:t>2 – </a:t>
            </a:r>
            <a:r>
              <a:rPr lang="en-US" err="1"/>
              <a:t>Sakshi’t</a:t>
            </a:r>
            <a:r>
              <a:rPr lang="en-US"/>
              <a:t> team / Chris Caroll</a:t>
            </a:r>
          </a:p>
          <a:p>
            <a:endParaRPr lang="en-US"/>
          </a:p>
          <a:p>
            <a:r>
              <a:rPr lang="en-US"/>
              <a:t>3 – VA team / Rich + King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2B075-19F3-F7BE-9A13-3DCAD3C77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FBBA1B-B066-4F25-8FE7-D563CA448A4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08335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Relationship Id="rId3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Relationship Id="rId3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6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Relationship Id="rId3" Type="http://schemas.openxmlformats.org/officeDocument/2006/relationships/image" Target="../media/image6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e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eg"/><Relationship Id="rId3" Type="http://schemas.openxmlformats.org/officeDocument/2006/relationships/image" Target="../media/image6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eg"/><Relationship Id="rId3" Type="http://schemas.openxmlformats.org/officeDocument/2006/relationships/image" Target="../media/image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eg"/><Relationship Id="rId3" Type="http://schemas.openxmlformats.org/officeDocument/2006/relationships/image" Target="../media/image6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jpeg"/><Relationship Id="rId3" Type="http://schemas.openxmlformats.org/officeDocument/2006/relationships/image" Target="../media/image6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jpe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jpe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jpeg"/><Relationship Id="rId3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4204926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42900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738314"/>
            <a:ext cx="7969282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776007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4204926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429001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738314"/>
            <a:ext cx="7969282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effectLst>
                  <a:glow rad="127000">
                    <a:srgbClr val="0D32A4"/>
                  </a:glow>
                </a:effectLst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148104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59" y="5090336"/>
            <a:ext cx="9715500" cy="747896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00A8F-8F29-4705-8469-E9075A8C1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43900" y="914400"/>
            <a:ext cx="3467100" cy="2514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defRPr sz="2000">
                <a:solidFill>
                  <a:schemeClr val="tx2"/>
                </a:solidFill>
              </a:defRPr>
            </a:lvl1pPr>
            <a:lvl2pPr marL="741371" indent="-284166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Arial" panose="020B0604020202020204" pitchFamily="34" charset="0"/>
              <a:buChar char="–"/>
              <a:defRPr sz="1800">
                <a:solidFill>
                  <a:schemeClr val="tx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7901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27894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72554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blu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595505"/>
            <a:ext cx="4457700" cy="224369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3771901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770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290106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blue w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80C7FB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8FAF2F2-81F0-496C-EB9C-AD35CB4996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524892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3" y="800101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98A6F-4362-4A68-979C-B344868D9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33480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56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98556" y="29146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159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attern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61E767C-1F50-4D42-AF6A-E15CED75F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3744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hoto half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0D32A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2707C3E-AA17-F74E-2CC0-F61663C5E36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C7FB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C7FB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EC10F5B-4C21-AEA3-115E-942A040690DC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0740385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4FFD6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AEE0513-2CC5-4407-B582-332F61D6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5CD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08" name="Text Placeholder 2">
            <a:extLst>
              <a:ext uri="{FF2B5EF4-FFF2-40B4-BE49-F238E27FC236}">
                <a16:creationId xmlns:a16="http://schemas.microsoft.com/office/drawing/2014/main" id="{581EB6DF-C2AD-463C-A014-FD1AA6D95B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6511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gre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4FFD6"/>
                </a:solidFill>
                <a:effectLst>
                  <a:glow rad="127000">
                    <a:srgbClr val="247554"/>
                  </a:glow>
                </a:effectLst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AEE0513-2CC5-4407-B582-332F61D6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7CC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08" name="Text Placeholder 2">
            <a:extLst>
              <a:ext uri="{FF2B5EF4-FFF2-40B4-BE49-F238E27FC236}">
                <a16:creationId xmlns:a16="http://schemas.microsoft.com/office/drawing/2014/main" id="{581EB6DF-C2AD-463C-A014-FD1AA6D95B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4532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gre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0101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4FFD6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820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93873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green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0101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4FFD6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1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FF4B414-00F5-1172-09E9-197EF6C8CF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848344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green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7DF1CB-5F39-48E0-B2DB-764E018FDB2D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4473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2" y="800101"/>
            <a:ext cx="4000500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E4FFD6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70C93A-C784-4B2F-A8F0-B35D5DE9A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35CD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80641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662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9FFF9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29146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rgbClr val="9FF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73528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hoto half green">
    <p:bg>
      <p:bgPr>
        <a:solidFill>
          <a:srgbClr val="2447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4755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9FFF9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9FFF99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9FFF99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9FFF99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240683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r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FBEECE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0DF9CD8-713A-4D3D-ABB1-066FD97F8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B30B37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A9B0FFD7-BFAD-41E7-9D7B-61B869FFD9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682028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re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FBEECE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0DF9CD8-713A-4D3D-ABB1-066FD97F8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A9B0FFD7-BFAD-41E7-9D7B-61B869FFD9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892915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r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936" y="800101"/>
            <a:ext cx="2267064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FBEECE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820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154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1"/>
            <a:ext cx="228132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559361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red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936" y="800101"/>
            <a:ext cx="2267064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FBEECE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154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2514601"/>
            <a:ext cx="228132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DAF0261D-3168-603A-763E-1A036640EFF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5183534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re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F5CDF81-BCDC-4155-A36E-2E848EF6612B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691D3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4" y="800101"/>
            <a:ext cx="405616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FBEECE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1E45A1-78E0-4520-916E-F5407FC0A2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52171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re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982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FBEEC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75981" y="29146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2869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hoto half red">
    <p:bg>
      <p:bgPr>
        <a:solidFill>
          <a:srgbClr val="691D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5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137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1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chemeClr val="accent3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03052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urp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8001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DEDD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EE0E6-B40B-48FE-B61F-E4FEF9010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F57C5113-2576-4463-9E20-05EC188AF6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6800" y="349478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10664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purpl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>
            <a:glow rad="127000">
              <a:srgbClr val="612CB0"/>
            </a:glow>
          </a:effec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2"/>
            <a:ext cx="5715000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DEDD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EE0E6-B40B-48FE-B61F-E4FEF90107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0" y="400052"/>
            <a:ext cx="404949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35" name="Text Placeholder 2">
            <a:extLst>
              <a:ext uri="{FF2B5EF4-FFF2-40B4-BE49-F238E27FC236}">
                <a16:creationId xmlns:a16="http://schemas.microsoft.com/office/drawing/2014/main" id="{F57C5113-2576-4463-9E20-05EC188AF6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66800" y="349478"/>
            <a:ext cx="497205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94" indent="0">
              <a:buNone/>
              <a:defRPr/>
            </a:lvl2pPr>
            <a:lvl3pPr marL="914386" indent="0">
              <a:buNone/>
              <a:defRPr/>
            </a:lvl3pPr>
            <a:lvl4pPr marL="1371579" indent="0">
              <a:buNone/>
              <a:defRPr/>
            </a:lvl4pPr>
            <a:lvl5pPr marL="182877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741422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purp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878" y="800101"/>
            <a:ext cx="2282122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DEDD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0" y="400052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/>
        </p:nvSpPr>
        <p:spPr>
          <a:xfrm>
            <a:off x="391723" y="400052"/>
            <a:ext cx="457200" cy="114300"/>
          </a:xfrm>
          <a:prstGeom prst="rect">
            <a:avLst/>
          </a:prstGeom>
          <a:solidFill>
            <a:srgbClr val="AA96F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5562" y="2514601"/>
            <a:ext cx="228160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705305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purple w/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878" y="800101"/>
            <a:ext cx="2282122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DEDD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/>
        </p:nvSpPr>
        <p:spPr>
          <a:xfrm>
            <a:off x="391723" y="400052"/>
            <a:ext cx="457200" cy="114300"/>
          </a:xfrm>
          <a:prstGeom prst="rect">
            <a:avLst/>
          </a:prstGeom>
          <a:solidFill>
            <a:srgbClr val="AA96F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5562" y="2514601"/>
            <a:ext cx="2281606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8E2FDEF9-3FD6-AC6B-BD4C-4D538691DE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0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675750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81D998F-1CEA-4933-A37B-06244CD6DC67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2A145A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1"/>
            <a:ext cx="4000500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rgbClr val="8E5CE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0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0" y="2228852"/>
            <a:ext cx="3314700" cy="3314700"/>
          </a:xfrm>
          <a:prstGeom prst="rect">
            <a:avLst/>
          </a:prstGeom>
          <a:solidFill>
            <a:srgbClr val="DEDD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2230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purple">
    <p:bg>
      <p:bgPr>
        <a:solidFill>
          <a:srgbClr val="612CB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879" y="3438305"/>
            <a:ext cx="9201150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79879" y="2914652"/>
            <a:ext cx="457200" cy="114300"/>
          </a:xfrm>
          <a:prstGeom prst="rect">
            <a:avLst/>
          </a:prstGeom>
          <a:solidFill>
            <a:srgbClr val="BEA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12110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hoto half purple">
    <p:bg>
      <p:bgPr>
        <a:solidFill>
          <a:srgbClr val="2A14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612CB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829052"/>
            <a:ext cx="457200" cy="114300"/>
          </a:xfrm>
          <a:prstGeom prst="rect">
            <a:avLst/>
          </a:prstGeom>
          <a:solidFill>
            <a:srgbClr val="BEA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0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7BBD618F-8A85-084C-32A4-1A29A50E8E9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0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E5CEF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E5CEF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DA5B365-007E-1E32-CA95-9AA4910AA44A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0"/>
            <a:ext cx="4800600" cy="62865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BEAFFF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620732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362337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1" y="857251"/>
            <a:ext cx="11430000" cy="2462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22718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1" y="1600200"/>
            <a:ext cx="11430000" cy="4572000"/>
          </a:xfrm>
          <a:prstGeom prst="rect">
            <a:avLst/>
          </a:prstGeom>
        </p:spPr>
        <p:txBody>
          <a:bodyPr lIns="0" tIns="0" rIns="0" bIns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231867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2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487" y="857251"/>
            <a:ext cx="11425529" cy="24622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94" indent="0" algn="ctr">
              <a:buNone/>
              <a:defRPr sz="2000"/>
            </a:lvl2pPr>
            <a:lvl3pPr marL="914386" indent="0" algn="ctr">
              <a:buNone/>
              <a:defRPr sz="1800"/>
            </a:lvl3pPr>
            <a:lvl4pPr marL="1371579" indent="0" algn="ctr">
              <a:buNone/>
              <a:defRPr sz="1600"/>
            </a:lvl4pPr>
            <a:lvl5pPr marL="1828773" indent="0" algn="ctr">
              <a:buNone/>
              <a:defRPr sz="1600"/>
            </a:lvl5pPr>
            <a:lvl6pPr marL="2285966" indent="0" algn="ctr">
              <a:buNone/>
              <a:defRPr sz="1600"/>
            </a:lvl6pPr>
            <a:lvl7pPr marL="2743158" indent="0" algn="ctr">
              <a:buNone/>
              <a:defRPr sz="1600"/>
            </a:lvl7pPr>
            <a:lvl8pPr marL="3200352" indent="0" algn="ctr">
              <a:buNone/>
              <a:defRPr sz="1600"/>
            </a:lvl8pPr>
            <a:lvl9pPr marL="36575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5487" y="1600200"/>
            <a:ext cx="11425529" cy="4572000"/>
          </a:xfrm>
          <a:prstGeom prst="rect">
            <a:avLst/>
          </a:prstGeom>
        </p:spPr>
        <p:txBody>
          <a:bodyPr lIns="0" tIns="0" rIns="0" bIns="0"/>
          <a:lstStyle>
            <a:lvl1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83" indent="-15239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176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370" indent="-228597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49624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0"/>
          </p:nvPr>
        </p:nvSpPr>
        <p:spPr>
          <a:xfrm>
            <a:off x="3810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1"/>
          </p:nvPr>
        </p:nvSpPr>
        <p:spPr>
          <a:xfrm>
            <a:off x="6324600" y="1600200"/>
            <a:ext cx="5486400" cy="4572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</a:defRPr>
            </a:lvl2pPr>
            <a:lvl3pPr marL="1142982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67915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F1CEAD-C06E-4DD6-958D-A69C28387D9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15" indent="-230715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90" indent="-230715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866" indent="-22436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C49344-5A94-4BB8-B1F8-EC9EB43874D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24600" y="1374371"/>
            <a:ext cx="5486400" cy="4797829"/>
          </a:xfrm>
          <a:prstGeom prst="rect">
            <a:avLst/>
          </a:prstGeom>
        </p:spPr>
        <p:txBody>
          <a:bodyPr lIns="0" tIns="0" rIns="0" bIns="91440"/>
          <a:lstStyle>
            <a:lvl1pPr marL="0" indent="0">
              <a:lnSpc>
                <a:spcPct val="100000"/>
              </a:lnSpc>
              <a:spcBef>
                <a:spcPts val="1800"/>
              </a:spcBef>
              <a:buNone/>
              <a:defRPr sz="2000" b="1" baseline="0">
                <a:solidFill>
                  <a:schemeClr val="bg1"/>
                </a:solidFill>
              </a:defRPr>
            </a:lvl1pPr>
            <a:lvl2pPr marL="230715" indent="-230715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defRPr sz="1800">
                <a:solidFill>
                  <a:schemeClr val="bg2"/>
                </a:solidFill>
              </a:defRPr>
            </a:lvl2pPr>
            <a:lvl3pPr marL="685790" indent="-230715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400">
                <a:solidFill>
                  <a:schemeClr val="bg2"/>
                </a:solidFill>
              </a:defRPr>
            </a:lvl3pPr>
            <a:lvl4pPr marL="1140866" indent="-22436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200">
                <a:solidFill>
                  <a:schemeClr val="bg2"/>
                </a:solidFill>
              </a:defRPr>
            </a:lvl4pPr>
            <a:lvl5pPr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7847238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s w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1"/>
            <a:ext cx="11430000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20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Content Placeholder 9"/>
          <p:cNvSpPr>
            <a:spLocks noGrp="1"/>
          </p:cNvSpPr>
          <p:nvPr>
            <p:ph sz="quarter" idx="13"/>
          </p:nvPr>
        </p:nvSpPr>
        <p:spPr>
          <a:xfrm>
            <a:off x="381001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3C9CA1AB-E8E8-4338-8BB5-4C9F95D38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32837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B6586213-13AB-4801-9939-C1924B01D7D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284230" y="1371600"/>
            <a:ext cx="3526327" cy="48006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1">
                <a:solidFill>
                  <a:schemeClr val="bg1"/>
                </a:solidFill>
              </a:defRPr>
            </a:lvl1pPr>
            <a:lvl2pPr marL="228597" indent="-228597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2pPr>
            <a:lvl3pPr marL="685790" indent="-228597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200">
                <a:solidFill>
                  <a:schemeClr val="bg2"/>
                </a:solidFill>
              </a:defRPr>
            </a:lvl3pPr>
            <a:lvl4pPr marL="1600176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70" indent="-228597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99551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96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1CDB-95CE-458B-A911-027A05894B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3984504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log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4160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5D75AE4-2570-96E1-CD6A-5C9BB221240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292777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5D75AE4-2570-96E1-CD6A-5C9BB221240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04801"/>
            <a:ext cx="11430000" cy="443198"/>
          </a:xfrm>
          <a:prstGeom prst="rect">
            <a:avLst/>
          </a:prstGeom>
        </p:spPr>
        <p:txBody>
          <a:bodyPr vert="horz"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27450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3" y="528352"/>
            <a:ext cx="11657117" cy="443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E98A6F-4362-4A68-979C-B344868D9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0" y="228600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06388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3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35" indent="0" algn="ctr">
              <a:buNone/>
              <a:defRPr sz="2000"/>
            </a:lvl2pPr>
            <a:lvl3pPr marL="914273" indent="0" algn="ctr">
              <a:buNone/>
              <a:defRPr sz="1800"/>
            </a:lvl3pPr>
            <a:lvl4pPr marL="1371408" indent="0" algn="ctr">
              <a:buNone/>
              <a:defRPr sz="1600"/>
            </a:lvl4pPr>
            <a:lvl5pPr marL="1828546" indent="0" algn="ctr">
              <a:buNone/>
              <a:defRPr sz="1600"/>
            </a:lvl5pPr>
            <a:lvl6pPr marL="2285686" indent="0" algn="ctr">
              <a:buNone/>
              <a:defRPr sz="1600"/>
            </a:lvl6pPr>
            <a:lvl7pPr marL="2742818" indent="0" algn="ctr">
              <a:buNone/>
              <a:defRPr sz="1600"/>
            </a:lvl7pPr>
            <a:lvl8pPr marL="3199952" indent="0" algn="ctr">
              <a:buNone/>
              <a:defRPr sz="1600"/>
            </a:lvl8pPr>
            <a:lvl9pPr marL="36570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738314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9531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3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35" indent="0" algn="ctr">
              <a:buNone/>
              <a:defRPr sz="2000"/>
            </a:lvl2pPr>
            <a:lvl3pPr marL="914273" indent="0" algn="ctr">
              <a:buNone/>
              <a:defRPr sz="1800"/>
            </a:lvl3pPr>
            <a:lvl4pPr marL="1371408" indent="0" algn="ctr">
              <a:buNone/>
              <a:defRPr sz="1600"/>
            </a:lvl4pPr>
            <a:lvl5pPr marL="1828546" indent="0" algn="ctr">
              <a:buNone/>
              <a:defRPr sz="1600"/>
            </a:lvl5pPr>
            <a:lvl6pPr marL="2285686" indent="0" algn="ctr">
              <a:buNone/>
              <a:defRPr sz="1600"/>
            </a:lvl6pPr>
            <a:lvl7pPr marL="2742818" indent="0" algn="ctr">
              <a:buNone/>
              <a:defRPr sz="1600"/>
            </a:lvl7pPr>
            <a:lvl8pPr marL="3199952" indent="0" algn="ctr">
              <a:buNone/>
              <a:defRPr sz="1600"/>
            </a:lvl8pPr>
            <a:lvl9pPr marL="36570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42900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738314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effectLst>
                  <a:glow rad="127000">
                    <a:srgbClr val="0D32A4"/>
                  </a:glow>
                </a:effectLst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145927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59" y="5090336"/>
            <a:ext cx="9715500" cy="747896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00A8F-8F29-4705-8469-E9075A8C1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43903" y="914400"/>
            <a:ext cx="3467100" cy="2514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defRPr sz="2000">
                <a:solidFill>
                  <a:schemeClr val="tx2"/>
                </a:solidFill>
              </a:defRPr>
            </a:lvl1pPr>
            <a:lvl2pPr marL="741277" indent="-284133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Arial" panose="020B0604020202020204" pitchFamily="34" charset="0"/>
              <a:buChar char="–"/>
              <a:defRPr sz="1800">
                <a:solidFill>
                  <a:schemeClr val="tx2"/>
                </a:solidFill>
              </a:defRPr>
            </a:lvl2pPr>
            <a:lvl3pPr marL="1142842" indent="-228570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2617946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6" y="4343401"/>
            <a:ext cx="8027895" cy="1495795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5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6" y="349479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35" indent="0">
              <a:buNone/>
              <a:defRPr/>
            </a:lvl2pPr>
            <a:lvl3pPr marL="914273" indent="0">
              <a:buNone/>
              <a:defRPr/>
            </a:lvl3pPr>
            <a:lvl4pPr marL="1371408" indent="0">
              <a:buNone/>
              <a:defRPr/>
            </a:lvl4pPr>
            <a:lvl5pPr marL="182854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787091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blu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3" y="3595505"/>
            <a:ext cx="4457700" cy="224369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5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85"/>
            <a:ext cx="3771901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35" indent="0">
              <a:buNone/>
              <a:defRPr/>
            </a:lvl2pPr>
            <a:lvl3pPr marL="914273" indent="0">
              <a:buNone/>
              <a:defRPr/>
            </a:lvl3pPr>
            <a:lvl4pPr marL="1371408" indent="0">
              <a:buNone/>
              <a:defRPr/>
            </a:lvl4pPr>
            <a:lvl5pPr marL="1828546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52224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3" y="400055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70" indent="-228570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10" indent="-228570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649" indent="-152379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599976" indent="-228570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111" indent="-228570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7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35" indent="0" algn="ctr">
              <a:buNone/>
              <a:defRPr sz="2000"/>
            </a:lvl2pPr>
            <a:lvl3pPr marL="914273" indent="0" algn="ctr">
              <a:buNone/>
              <a:defRPr sz="1800"/>
            </a:lvl3pPr>
            <a:lvl4pPr marL="1371408" indent="0" algn="ctr">
              <a:buNone/>
              <a:defRPr sz="1600"/>
            </a:lvl4pPr>
            <a:lvl5pPr marL="1828546" indent="0" algn="ctr">
              <a:buNone/>
              <a:defRPr sz="1600"/>
            </a:lvl5pPr>
            <a:lvl6pPr marL="2285686" indent="0" algn="ctr">
              <a:buNone/>
              <a:defRPr sz="1600"/>
            </a:lvl6pPr>
            <a:lvl7pPr marL="2742818" indent="0" algn="ctr">
              <a:buNone/>
              <a:defRPr sz="1600"/>
            </a:lvl7pPr>
            <a:lvl8pPr marL="3199952" indent="0" algn="ctr">
              <a:buNone/>
              <a:defRPr sz="1600"/>
            </a:lvl8pPr>
            <a:lvl9pPr marL="36570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697772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blue w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5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80C7FB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7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35" indent="0" algn="ctr">
              <a:buNone/>
              <a:defRPr sz="2000"/>
            </a:lvl2pPr>
            <a:lvl3pPr marL="914273" indent="0" algn="ctr">
              <a:buNone/>
              <a:defRPr sz="1800"/>
            </a:lvl3pPr>
            <a:lvl4pPr marL="1371408" indent="0" algn="ctr">
              <a:buNone/>
              <a:defRPr sz="1600"/>
            </a:lvl4pPr>
            <a:lvl5pPr marL="1828546" indent="0" algn="ctr">
              <a:buNone/>
              <a:defRPr sz="1600"/>
            </a:lvl5pPr>
            <a:lvl6pPr marL="2285686" indent="0" algn="ctr">
              <a:buNone/>
              <a:defRPr sz="1600"/>
            </a:lvl6pPr>
            <a:lvl7pPr marL="2742818" indent="0" algn="ctr">
              <a:buNone/>
              <a:defRPr sz="1600"/>
            </a:lvl7pPr>
            <a:lvl8pPr marL="3199952" indent="0" algn="ctr">
              <a:buNone/>
              <a:defRPr sz="1600"/>
            </a:lvl8pPr>
            <a:lvl9pPr marL="36570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8FAF2F2-81F0-496C-EB9C-AD35CB4996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3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3357668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90" y="800104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5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1" y="2228855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1" y="2228855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0538C8-EC73-7F05-6338-C470E7FBF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5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4847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62" y="3438305"/>
            <a:ext cx="9201151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98556" y="2914655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35996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attern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7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61E767C-1F50-4D42-AF6A-E15CED75F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5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584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hoto half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0D32A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829055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7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2707C3E-AA17-F74E-2CC0-F61663C5E36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7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70" indent="-228570">
              <a:lnSpc>
                <a:spcPct val="100000"/>
              </a:lnSpc>
              <a:spcBef>
                <a:spcPts val="1200"/>
              </a:spcBef>
              <a:buClr>
                <a:srgbClr val="80C7FB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10" indent="-228570">
              <a:lnSpc>
                <a:spcPct val="100000"/>
              </a:lnSpc>
              <a:spcBef>
                <a:spcPts val="600"/>
              </a:spcBef>
              <a:buClr>
                <a:srgbClr val="80C7FB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599976" indent="-228570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111" indent="-228570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EC10F5B-4C21-AEA3-115E-942A040690DC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3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35" indent="0" algn="ctr">
              <a:buNone/>
              <a:defRPr sz="2000"/>
            </a:lvl2pPr>
            <a:lvl3pPr marL="914273" indent="0" algn="ctr">
              <a:buNone/>
              <a:defRPr sz="1800"/>
            </a:lvl3pPr>
            <a:lvl4pPr marL="1371408" indent="0" algn="ctr">
              <a:buNone/>
              <a:defRPr sz="1600"/>
            </a:lvl4pPr>
            <a:lvl5pPr marL="1828546" indent="0" algn="ctr">
              <a:buNone/>
              <a:defRPr sz="1600"/>
            </a:lvl5pPr>
            <a:lvl6pPr marL="2285686" indent="0" algn="ctr">
              <a:buNone/>
              <a:defRPr sz="1600"/>
            </a:lvl6pPr>
            <a:lvl7pPr marL="2742818" indent="0" algn="ctr">
              <a:buNone/>
              <a:defRPr sz="1600"/>
            </a:lvl7pPr>
            <a:lvl8pPr marL="3199952" indent="0" algn="ctr">
              <a:buNone/>
              <a:defRPr sz="1600"/>
            </a:lvl8pPr>
            <a:lvl9pPr marL="365708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504790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log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5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2674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65759" y="362515"/>
            <a:ext cx="10607040" cy="85344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content page title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65760" y="1706880"/>
            <a:ext cx="10565848" cy="4267200"/>
          </a:xfrm>
        </p:spPr>
        <p:txBody>
          <a:bodyPr wrap="square"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AAAAAA"/>
              </a:buClr>
              <a:buFont typeface="Arial" pitchFamily="34" charset="0"/>
              <a:buNone/>
              <a:defRPr sz="1867">
                <a:solidFill>
                  <a:schemeClr val="bg2"/>
                </a:solidFill>
                <a:latin typeface="Museo Sans For Dell" pitchFamily="2" charset="0"/>
              </a:defRPr>
            </a:lvl1pPr>
            <a:lvl2pPr marL="763986" indent="-308979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AAAAA"/>
              </a:buClr>
              <a:buFont typeface="Museo Sans For Dell" pitchFamily="2" charset="0"/>
              <a:buChar char="–"/>
              <a:defRPr sz="1600">
                <a:solidFill>
                  <a:schemeClr val="bg2"/>
                </a:solidFill>
                <a:latin typeface="Museo Sans For Dell" pitchFamily="2" charset="0"/>
              </a:defRPr>
            </a:lvl2pPr>
            <a:lvl3pPr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AAAAAA"/>
              </a:buClr>
              <a:defRPr sz="1333">
                <a:solidFill>
                  <a:schemeClr val="bg2"/>
                </a:solidFill>
                <a:latin typeface="Museo Sans For Dell" pitchFamily="2" charset="0"/>
              </a:defRPr>
            </a:lvl3pPr>
            <a:lvl4pPr>
              <a:spcBef>
                <a:spcPts val="400"/>
              </a:spcBef>
              <a:spcAft>
                <a:spcPts val="0"/>
              </a:spcAft>
              <a:buClr>
                <a:srgbClr val="AAAAAA"/>
              </a:buClr>
              <a:defRPr sz="1333" baseline="0">
                <a:solidFill>
                  <a:schemeClr val="bg2"/>
                </a:solidFill>
                <a:latin typeface="Museo Sans For Dell" pitchFamily="2" charset="0"/>
              </a:defRPr>
            </a:lvl4pPr>
            <a:lvl5pPr>
              <a:spcBef>
                <a:spcPts val="400"/>
              </a:spcBef>
              <a:spcAft>
                <a:spcPts val="0"/>
              </a:spcAft>
              <a:buClr>
                <a:srgbClr val="AAAAAA"/>
              </a:buClr>
              <a:defRPr sz="1600">
                <a:solidFill>
                  <a:schemeClr val="tx1"/>
                </a:solidFill>
                <a:latin typeface="Museo Sans For Dell" pitchFamily="2" charset="0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52017493"/>
      </p:ext>
    </p:extLst>
  </p:cSld>
  <p:clrMapOvr>
    <a:masterClrMapping/>
  </p:clrMapOvr>
  <p:transition spd="med">
    <p:wipe dir="r"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11430000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33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362666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 gre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  <a:effectLst/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343401"/>
            <a:ext cx="5715000" cy="1495795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4FFD6"/>
                </a:solidFill>
                <a:effectLst>
                  <a:glow rad="127000">
                    <a:srgbClr val="247554"/>
                  </a:glow>
                </a:effectLst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AEE0513-2CC5-4407-B582-332F61D6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5"/>
            <a:ext cx="457200" cy="114300"/>
          </a:xfrm>
          <a:prstGeom prst="rect">
            <a:avLst/>
          </a:prstGeom>
          <a:solidFill>
            <a:srgbClr val="37CC5C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108" name="Text Placeholder 2">
            <a:extLst>
              <a:ext uri="{FF2B5EF4-FFF2-40B4-BE49-F238E27FC236}">
                <a16:creationId xmlns:a16="http://schemas.microsoft.com/office/drawing/2014/main" id="{581EB6DF-C2AD-463C-A014-FD1AA6D95B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4" y="349479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59" indent="0">
              <a:buNone/>
              <a:defRPr/>
            </a:lvl2pPr>
            <a:lvl3pPr marL="914318" indent="0">
              <a:buNone/>
              <a:defRPr/>
            </a:lvl3pPr>
            <a:lvl4pPr marL="1371476" indent="0">
              <a:buNone/>
              <a:defRPr/>
            </a:lvl4pPr>
            <a:lvl5pPr marL="1828637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534507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342903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5490" y="857251"/>
            <a:ext cx="11425529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457155" indent="0" algn="ctr">
              <a:buNone/>
              <a:defRPr sz="2000"/>
            </a:lvl2pPr>
            <a:lvl3pPr marL="914309" indent="0" algn="ctr">
              <a:buNone/>
              <a:defRPr sz="1800"/>
            </a:lvl3pPr>
            <a:lvl4pPr marL="1371464" indent="0" algn="ctr">
              <a:buNone/>
              <a:defRPr sz="1600"/>
            </a:lvl4pPr>
            <a:lvl5pPr marL="1828618" indent="0" algn="ctr">
              <a:buNone/>
              <a:defRPr sz="1600"/>
            </a:lvl5pPr>
            <a:lvl6pPr marL="2285774" indent="0" algn="ctr">
              <a:buNone/>
              <a:defRPr sz="1600"/>
            </a:lvl6pPr>
            <a:lvl7pPr marL="2742926" indent="0" algn="ctr">
              <a:buNone/>
              <a:defRPr sz="1600"/>
            </a:lvl7pPr>
            <a:lvl8pPr marL="3200080" indent="0" algn="ctr">
              <a:buNone/>
              <a:defRPr sz="1600"/>
            </a:lvl8pPr>
            <a:lvl9pPr marL="365723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0"/>
          </p:nvPr>
        </p:nvSpPr>
        <p:spPr>
          <a:xfrm>
            <a:off x="385490" y="1600200"/>
            <a:ext cx="11425529" cy="4572000"/>
          </a:xfrm>
          <a:prstGeom prst="rect">
            <a:avLst/>
          </a:prstGeom>
        </p:spPr>
        <p:txBody>
          <a:bodyPr lIns="0" tIns="0" rIns="0" bIns="0"/>
          <a:lstStyle>
            <a:lvl1pPr marL="228578" indent="-228578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34" indent="-228578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693" indent="-152384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40" indent="-228578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195" indent="-228578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7233748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2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71" indent="0" algn="ctr">
              <a:buNone/>
              <a:defRPr sz="2000"/>
            </a:lvl2pPr>
            <a:lvl3pPr marL="914341" indent="0" algn="ctr">
              <a:buNone/>
              <a:defRPr sz="1800"/>
            </a:lvl3pPr>
            <a:lvl4pPr marL="1371510" indent="0" algn="ctr">
              <a:buNone/>
              <a:defRPr sz="1600"/>
            </a:lvl4pPr>
            <a:lvl5pPr marL="1828682" indent="0" algn="ctr">
              <a:buNone/>
              <a:defRPr sz="1600"/>
            </a:lvl5pPr>
            <a:lvl6pPr marL="2285854" indent="0" algn="ctr">
              <a:buNone/>
              <a:defRPr sz="1600"/>
            </a:lvl6pPr>
            <a:lvl7pPr marL="2743022" indent="0" algn="ctr">
              <a:buNone/>
              <a:defRPr sz="1600"/>
            </a:lvl7pPr>
            <a:lvl8pPr marL="3200192" indent="0" algn="ctr">
              <a:buNone/>
              <a:defRPr sz="1600"/>
            </a:lvl8pPr>
            <a:lvl9pPr marL="365736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738314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33873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2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71" indent="0" algn="ctr">
              <a:buNone/>
              <a:defRPr sz="2000"/>
            </a:lvl2pPr>
            <a:lvl3pPr marL="914341" indent="0" algn="ctr">
              <a:buNone/>
              <a:defRPr sz="1800"/>
            </a:lvl3pPr>
            <a:lvl4pPr marL="1371510" indent="0" algn="ctr">
              <a:buNone/>
              <a:defRPr sz="1600"/>
            </a:lvl4pPr>
            <a:lvl5pPr marL="1828682" indent="0" algn="ctr">
              <a:buNone/>
              <a:defRPr sz="1600"/>
            </a:lvl5pPr>
            <a:lvl6pPr marL="2285854" indent="0" algn="ctr">
              <a:buNone/>
              <a:defRPr sz="1600"/>
            </a:lvl6pPr>
            <a:lvl7pPr marL="2743022" indent="0" algn="ctr">
              <a:buNone/>
              <a:defRPr sz="1600"/>
            </a:lvl7pPr>
            <a:lvl8pPr marL="3200192" indent="0" algn="ctr">
              <a:buNone/>
              <a:defRPr sz="1600"/>
            </a:lvl8pPr>
            <a:lvl9pPr marL="365736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42900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1738314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effectLst>
                  <a:glow rad="127000">
                    <a:srgbClr val="0D32A4"/>
                  </a:glow>
                </a:effectLst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12307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759" y="5090336"/>
            <a:ext cx="9715500" cy="747896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E00A8F-8F29-4705-8469-E9075A8C1B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43902" y="914400"/>
            <a:ext cx="3467100" cy="2514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200"/>
              </a:spcBef>
              <a:buClr>
                <a:schemeClr val="bg1"/>
              </a:buClr>
              <a:defRPr sz="2000">
                <a:solidFill>
                  <a:schemeClr val="tx2"/>
                </a:solidFill>
              </a:defRPr>
            </a:lvl1pPr>
            <a:lvl2pPr marL="741333" indent="-284153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Arial" panose="020B0604020202020204" pitchFamily="34" charset="0"/>
              <a:buChar char="–"/>
              <a:defRPr sz="1800">
                <a:solidFill>
                  <a:schemeClr val="tx2"/>
                </a:solidFill>
              </a:defRPr>
            </a:lvl2pPr>
            <a:lvl3pPr marL="1142926" indent="-228586">
              <a:lnSpc>
                <a:spcPct val="100000"/>
              </a:lnSpc>
              <a:spcBef>
                <a:spcPts val="600"/>
              </a:spcBef>
              <a:buClr>
                <a:schemeClr val="bg1"/>
              </a:buClr>
              <a:buFont typeface="Wingdings" panose="05000000000000000000" pitchFamily="2" charset="2"/>
              <a:buChar char="§"/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67780377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4343401"/>
            <a:ext cx="8027895" cy="1495795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4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2" y="349479"/>
            <a:ext cx="7315201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71" indent="0">
              <a:buNone/>
              <a:defRPr/>
            </a:lvl2pPr>
            <a:lvl3pPr marL="914341" indent="0">
              <a:buNone/>
              <a:defRPr/>
            </a:lvl3pPr>
            <a:lvl4pPr marL="1371510" indent="0">
              <a:buNone/>
              <a:defRPr/>
            </a:lvl4pPr>
            <a:lvl5pPr marL="182868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13325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blu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D7D3C83F-1685-4A4A-8993-74D321902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2" y="3595505"/>
            <a:ext cx="4457700" cy="2243691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 dirty="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B0BFDB-C4BC-4E6F-8090-A00E82B41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4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30D4F-5FE4-4AA6-812B-A00AFC9811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66800" y="349481"/>
            <a:ext cx="3771901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1400" cap="all" spc="300" baseline="0">
                <a:solidFill>
                  <a:schemeClr val="tx2"/>
                </a:solidFill>
              </a:defRPr>
            </a:lvl1pPr>
            <a:lvl2pPr marL="457171" indent="0">
              <a:buNone/>
              <a:defRPr/>
            </a:lvl2pPr>
            <a:lvl3pPr marL="914341" indent="0">
              <a:buNone/>
              <a:defRPr/>
            </a:lvl3pPr>
            <a:lvl4pPr marL="1371510" indent="0">
              <a:buNone/>
              <a:defRPr/>
            </a:lvl4pPr>
            <a:lvl5pPr marL="1828682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76763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7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7102" y="400054"/>
            <a:ext cx="8343900" cy="58293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228586" indent="-228586">
              <a:lnSpc>
                <a:spcPct val="100000"/>
              </a:lnSpc>
              <a:spcBef>
                <a:spcPts val="1200"/>
              </a:spcBef>
              <a:buClr>
                <a:srgbClr val="808080"/>
              </a:buClr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  <a:latin typeface="Arial" panose="020B0604020202020204" pitchFamily="34" charset="0"/>
              </a:defRPr>
            </a:lvl1pPr>
            <a:lvl2pPr marL="685758" indent="-228586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00">
                <a:solidFill>
                  <a:schemeClr val="bg2"/>
                </a:solidFill>
                <a:latin typeface="Arial" panose="020B0604020202020204" pitchFamily="34" charset="0"/>
              </a:defRPr>
            </a:lvl2pPr>
            <a:lvl3pPr marL="1066729" indent="-152391">
              <a:lnSpc>
                <a:spcPct val="100000"/>
              </a:lnSpc>
              <a:spcBef>
                <a:spcPts val="600"/>
              </a:spcBef>
              <a:buClr>
                <a:srgbClr val="808080"/>
              </a:buClr>
              <a:buFont typeface="Arial" panose="020B0604020202020204" pitchFamily="34" charset="0"/>
              <a:buChar char="▪"/>
              <a:defRPr sz="1400">
                <a:solidFill>
                  <a:schemeClr val="bg2"/>
                </a:solidFill>
                <a:latin typeface="Arial" panose="020B0604020202020204" pitchFamily="34" charset="0"/>
              </a:defRPr>
            </a:lvl3pPr>
            <a:lvl4pPr marL="1600096" indent="-228586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4pPr>
            <a:lvl5pPr marL="2057267" indent="-228586">
              <a:lnSpc>
                <a:spcPct val="100000"/>
              </a:lnSpc>
              <a:spcBef>
                <a:spcPts val="400"/>
              </a:spcBef>
              <a:buClr>
                <a:schemeClr val="bg1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3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71" indent="0" algn="ctr">
              <a:buNone/>
              <a:defRPr sz="2000"/>
            </a:lvl2pPr>
            <a:lvl3pPr marL="914341" indent="0" algn="ctr">
              <a:buNone/>
              <a:defRPr sz="1800"/>
            </a:lvl3pPr>
            <a:lvl4pPr marL="1371510" indent="0" algn="ctr">
              <a:buNone/>
              <a:defRPr sz="1600"/>
            </a:lvl4pPr>
            <a:lvl5pPr marL="1828682" indent="0" algn="ctr">
              <a:buNone/>
              <a:defRPr sz="1600"/>
            </a:lvl5pPr>
            <a:lvl6pPr marL="2285854" indent="0" algn="ctr">
              <a:buNone/>
              <a:defRPr sz="1600"/>
            </a:lvl6pPr>
            <a:lvl7pPr marL="2743022" indent="0" algn="ctr">
              <a:buNone/>
              <a:defRPr sz="1600"/>
            </a:lvl7pPr>
            <a:lvl8pPr marL="3200192" indent="0" algn="ctr">
              <a:buNone/>
              <a:defRPr sz="1600"/>
            </a:lvl8pPr>
            <a:lvl9pPr marL="365736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2568184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de bar blue w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1" y="801185"/>
            <a:ext cx="2286000" cy="13295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rgbClr val="E5F8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E372F5-2EC7-4733-8384-2D4149AFD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4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80C7FB"/>
              </a:solidFill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84B0B8-7C41-4C04-9E5E-65F066217219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1" y="2514603"/>
            <a:ext cx="2286000" cy="3714751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6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71" indent="0" algn="ctr">
              <a:buNone/>
              <a:defRPr sz="2000"/>
            </a:lvl2pPr>
            <a:lvl3pPr marL="914341" indent="0" algn="ctr">
              <a:buNone/>
              <a:defRPr sz="1800"/>
            </a:lvl3pPr>
            <a:lvl4pPr marL="1371510" indent="0" algn="ctr">
              <a:buNone/>
              <a:defRPr sz="1600"/>
            </a:lvl4pPr>
            <a:lvl5pPr marL="1828682" indent="0" algn="ctr">
              <a:buNone/>
              <a:defRPr sz="1600"/>
            </a:lvl5pPr>
            <a:lvl6pPr marL="2285854" indent="0" algn="ctr">
              <a:buNone/>
              <a:defRPr sz="1600"/>
            </a:lvl6pPr>
            <a:lvl7pPr marL="2743022" indent="0" algn="ctr">
              <a:buNone/>
              <a:defRPr sz="1600"/>
            </a:lvl7pPr>
            <a:lvl8pPr marL="3200192" indent="0" algn="ctr">
              <a:buNone/>
              <a:defRPr sz="1600"/>
            </a:lvl8pPr>
            <a:lvl9pPr marL="365736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8FAF2F2-81F0-496C-EB9C-AD35CB4996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09902" y="0"/>
            <a:ext cx="9182100" cy="685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165479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2370DD2-DBFE-499C-8B5D-257216661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486" y="800103"/>
            <a:ext cx="3999017" cy="8863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25C9EF-E3D6-4E9D-83B4-E16E0BAD9154}"/>
              </a:ext>
            </a:extLst>
          </p:cNvPr>
          <p:cNvSpPr>
            <a:spLocks noGrp="1" noChangeAspect="1"/>
          </p:cNvSpPr>
          <p:nvPr>
            <p:ph sz="quarter" idx="11"/>
          </p:nvPr>
        </p:nvSpPr>
        <p:spPr>
          <a:xfrm>
            <a:off x="4438651" y="2228854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CC9ADC35-0177-4D0A-A2B4-6BE8CB97A65E}"/>
              </a:ext>
            </a:extLst>
          </p:cNvPr>
          <p:cNvSpPr>
            <a:spLocks noGrp="1" noChangeAspect="1"/>
          </p:cNvSpPr>
          <p:nvPr>
            <p:ph sz="quarter" idx="12"/>
          </p:nvPr>
        </p:nvSpPr>
        <p:spPr>
          <a:xfrm>
            <a:off x="552451" y="2228854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887CCC8C-1CBB-4FA5-AC41-F8CE31E2C100}"/>
              </a:ext>
            </a:extLst>
          </p:cNvPr>
          <p:cNvSpPr>
            <a:spLocks noGrp="1" noChangeAspect="1"/>
          </p:cNvSpPr>
          <p:nvPr>
            <p:ph sz="quarter" idx="13"/>
          </p:nvPr>
        </p:nvSpPr>
        <p:spPr>
          <a:xfrm>
            <a:off x="8324851" y="2228854"/>
            <a:ext cx="3314700" cy="3314700"/>
          </a:xfrm>
          <a:prstGeom prst="rect">
            <a:avLst/>
          </a:prstGeom>
          <a:solidFill>
            <a:srgbClr val="E5F8FF"/>
          </a:solidFill>
        </p:spPr>
        <p:txBody>
          <a:bodyPr tIns="91440" bIns="91440" anchor="ctr" anchorCtr="0"/>
          <a:lstStyle>
            <a:lvl1pPr marL="0" indent="0" algn="ctr">
              <a:buNone/>
              <a:defRPr sz="1800">
                <a:solidFill>
                  <a:schemeClr val="bg2"/>
                </a:solidFill>
              </a:defRPr>
            </a:lvl1pPr>
            <a:lvl2pPr>
              <a:defRPr sz="1600">
                <a:solidFill>
                  <a:schemeClr val="bg2"/>
                </a:solidFill>
              </a:defRPr>
            </a:lvl2pPr>
            <a:lvl3pPr>
              <a:defRPr sz="1400">
                <a:solidFill>
                  <a:schemeClr val="bg2"/>
                </a:solidFill>
              </a:defRPr>
            </a:lvl3pPr>
            <a:lvl4pPr>
              <a:defRPr sz="1200">
                <a:solidFill>
                  <a:schemeClr val="bg2"/>
                </a:solidFill>
              </a:defRPr>
            </a:lvl4pPr>
            <a:lvl5pPr>
              <a:defRPr sz="12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0538C8-EC73-7F05-6338-C470E7FBF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4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3945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D95DA-6F2D-4DB9-A4B6-50D3D1C65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558" y="3438305"/>
            <a:ext cx="9201151" cy="2676747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defRPr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87A85-65B5-4371-833A-AD6EFF69F5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6CBAE8D-A442-4706-952E-6CCFA561B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98556" y="2914654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00294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attern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800103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61E767C-1F50-4D42-AF6A-E15CED75F7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4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09178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bar w/photo half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83" y="6451744"/>
            <a:ext cx="1438648" cy="18702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EADD02D-4E86-18B9-EC0D-5EFAF43C6BBB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0D32A4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96F27EC7-A1F5-878A-4E9C-42D9EE7F3BF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3429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033FDC-55EF-42E8-40A1-2BDB05C18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3829054"/>
            <a:ext cx="457200" cy="114300"/>
          </a:xfrm>
          <a:prstGeom prst="rect">
            <a:avLst/>
          </a:prstGeom>
          <a:solidFill>
            <a:srgbClr val="80C7FB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accent6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569" y="4229103"/>
            <a:ext cx="4800600" cy="886397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>
              <a:defRPr lang="en-US" sz="3200" dirty="0">
                <a:solidFill>
                  <a:schemeClr val="tx2"/>
                </a:solidFill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2707C3E-AA17-F74E-2CC0-F61663C5E36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1" y="3829053"/>
            <a:ext cx="5715000" cy="234315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1800"/>
              </a:spcBef>
              <a:buClr>
                <a:srgbClr val="808080"/>
              </a:buClr>
              <a:buNone/>
              <a:defRPr sz="1800" b="0">
                <a:solidFill>
                  <a:schemeClr val="tx2"/>
                </a:solidFill>
              </a:defRPr>
            </a:lvl1pPr>
            <a:lvl2pPr marL="228586" indent="-228586">
              <a:lnSpc>
                <a:spcPct val="100000"/>
              </a:lnSpc>
              <a:spcBef>
                <a:spcPts val="1200"/>
              </a:spcBef>
              <a:buClr>
                <a:srgbClr val="80C7FB"/>
              </a:buClr>
              <a:buFont typeface="Arial" panose="020B0604020202020204" pitchFamily="34" charset="0"/>
              <a:buChar char="•"/>
              <a:defRPr sz="1600" b="0">
                <a:solidFill>
                  <a:schemeClr val="tx2"/>
                </a:solidFill>
              </a:defRPr>
            </a:lvl2pPr>
            <a:lvl3pPr marL="685758" indent="-228586">
              <a:lnSpc>
                <a:spcPct val="100000"/>
              </a:lnSpc>
              <a:spcBef>
                <a:spcPts val="600"/>
              </a:spcBef>
              <a:buClr>
                <a:srgbClr val="80C7FB"/>
              </a:buClr>
              <a:buFont typeface="Arial" panose="020B0604020202020204" pitchFamily="34" charset="0"/>
              <a:buChar char="–"/>
              <a:defRPr sz="1200" b="0">
                <a:solidFill>
                  <a:schemeClr val="tx2"/>
                </a:solidFill>
              </a:defRPr>
            </a:lvl3pPr>
            <a:lvl4pPr marL="1600096" indent="-228586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267" indent="-228586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EC10F5B-4C21-AEA3-115E-942A040690DC}"/>
              </a:ext>
            </a:extLst>
          </p:cNvPr>
          <p:cNvSpPr>
            <a:spLocks noGrp="1"/>
          </p:cNvSpPr>
          <p:nvPr>
            <p:ph type="subTitle" idx="10"/>
          </p:nvPr>
        </p:nvSpPr>
        <p:spPr>
          <a:xfrm>
            <a:off x="381000" y="5600703"/>
            <a:ext cx="4800600" cy="571500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1200"/>
              </a:spcBef>
              <a:buNone/>
              <a:defRPr sz="1800">
                <a:solidFill>
                  <a:srgbClr val="80C7FB"/>
                </a:solidFill>
                <a:latin typeface="Arial" panose="020B0604020202020204" pitchFamily="34" charset="0"/>
              </a:defRPr>
            </a:lvl1pPr>
            <a:lvl2pPr marL="457171" indent="0" algn="ctr">
              <a:buNone/>
              <a:defRPr sz="2000"/>
            </a:lvl2pPr>
            <a:lvl3pPr marL="914341" indent="0" algn="ctr">
              <a:buNone/>
              <a:defRPr sz="1800"/>
            </a:lvl3pPr>
            <a:lvl4pPr marL="1371510" indent="0" algn="ctr">
              <a:buNone/>
              <a:defRPr sz="1600"/>
            </a:lvl4pPr>
            <a:lvl5pPr marL="1828682" indent="0" algn="ctr">
              <a:buNone/>
              <a:defRPr sz="1600"/>
            </a:lvl5pPr>
            <a:lvl6pPr marL="2285854" indent="0" algn="ctr">
              <a:buNone/>
              <a:defRPr sz="1600"/>
            </a:lvl6pPr>
            <a:lvl7pPr marL="2743022" indent="0" algn="ctr">
              <a:buNone/>
              <a:defRPr sz="1600"/>
            </a:lvl7pPr>
            <a:lvl8pPr marL="3200192" indent="0" algn="ctr">
              <a:buNone/>
              <a:defRPr sz="1600"/>
            </a:lvl8pPr>
            <a:lvl9pPr marL="365736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106393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log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0B410-C7E4-4036-89E5-3C58E91B2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-457199"/>
            <a:ext cx="10515600" cy="395816"/>
          </a:xfrm>
          <a:prstGeom prst="rect">
            <a:avLst/>
          </a:prstGeo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>
            <a:off x="381001" y="400054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1"/>
            <a:ext cx="2743200" cy="356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312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649" y="304800"/>
            <a:ext cx="11436351" cy="517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lang="en-US" sz="3733" dirty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0"/>
          </p:nvPr>
        </p:nvSpPr>
        <p:spPr>
          <a:xfrm>
            <a:off x="381000" y="1600200"/>
            <a:ext cx="5410200" cy="4419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83" indent="-22859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2pPr>
            <a:lvl3pPr marL="1142971" indent="-22859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67">
                <a:solidFill>
                  <a:schemeClr val="bg2"/>
                </a:solidFill>
              </a:defRPr>
            </a:lvl3pPr>
            <a:lvl4pPr marL="1600160" indent="-22859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49" indent="-22859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9"/>
          <p:cNvSpPr>
            <a:spLocks noGrp="1"/>
          </p:cNvSpPr>
          <p:nvPr>
            <p:ph sz="quarter" idx="11"/>
          </p:nvPr>
        </p:nvSpPr>
        <p:spPr>
          <a:xfrm>
            <a:off x="6400800" y="1600200"/>
            <a:ext cx="5410200" cy="44196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00000"/>
              </a:lnSpc>
              <a:spcBef>
                <a:spcPts val="1600"/>
              </a:spcBef>
              <a:buClr>
                <a:srgbClr val="808080"/>
              </a:buClr>
              <a:defRPr sz="2400">
                <a:solidFill>
                  <a:schemeClr val="bg2"/>
                </a:solidFill>
              </a:defRPr>
            </a:lvl1pPr>
            <a:lvl2pPr marL="685783" indent="-22859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2pPr>
            <a:lvl3pPr marL="1142971" indent="-228594">
              <a:lnSpc>
                <a:spcPct val="100000"/>
              </a:lnSpc>
              <a:spcBef>
                <a:spcPts val="400"/>
              </a:spcBef>
              <a:buClr>
                <a:srgbClr val="808080"/>
              </a:buClr>
              <a:buFont typeface="Wingdings" panose="05000000000000000000" pitchFamily="2" charset="2"/>
              <a:buChar char="§"/>
              <a:defRPr sz="1467">
                <a:solidFill>
                  <a:schemeClr val="bg2"/>
                </a:solidFill>
              </a:defRPr>
            </a:lvl3pPr>
            <a:lvl4pPr marL="1600160" indent="-22859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4pPr>
            <a:lvl5pPr marL="2057349" indent="-228594">
              <a:buClr>
                <a:srgbClr val="808080"/>
              </a:buClr>
              <a:buFont typeface="Arial" panose="020B0604020202020204" pitchFamily="34" charset="0"/>
              <a:buChar char="–"/>
              <a:defRPr sz="1867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385498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_No body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200" y="366186"/>
            <a:ext cx="10515600" cy="132503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65508961"/>
      </p:ext>
    </p:extLst>
  </p:cSld>
  <p:clrMapOvr>
    <a:masterClrMapping/>
  </p:clrMapOvr>
  <p:transition spd="med">
    <p:wipe dir="r"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2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A49A41B-9CF1-4CD6-B1E3-F736C63833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9"/>
          </a:xfrm>
          <a:prstGeom prst="rect">
            <a:avLst/>
          </a:prstGeom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A67014B0-AEAB-4CC8-BCED-661FF1CA2731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81001" y="4204927"/>
            <a:ext cx="7971108" cy="723900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spcBef>
                <a:spcPct val="0"/>
              </a:spcBef>
              <a:buNone/>
              <a:defRPr sz="1800"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457183" indent="0" algn="ctr">
              <a:buNone/>
              <a:defRPr sz="2000"/>
            </a:lvl2pPr>
            <a:lvl3pPr marL="914364" indent="0" algn="ctr">
              <a:buNone/>
              <a:defRPr sz="1800"/>
            </a:lvl3pPr>
            <a:lvl4pPr marL="1371544" indent="0" algn="ctr">
              <a:buNone/>
              <a:defRPr sz="1600"/>
            </a:lvl4pPr>
            <a:lvl5pPr marL="1828728" indent="0" algn="ctr">
              <a:buNone/>
              <a:defRPr sz="1600"/>
            </a:lvl5pPr>
            <a:lvl6pPr marL="2285910" indent="0" algn="ctr">
              <a:buNone/>
              <a:defRPr sz="1600"/>
            </a:lvl6pPr>
            <a:lvl7pPr marL="2743090" indent="0" algn="ctr">
              <a:buNone/>
              <a:defRPr sz="1600"/>
            </a:lvl7pPr>
            <a:lvl8pPr marL="3200272" indent="0" algn="ctr">
              <a:buNone/>
              <a:defRPr sz="1600"/>
            </a:lvl8pPr>
            <a:lvl9pPr marL="3657455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5D8143-A159-4278-916B-DB3850ADE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3429002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F5323D-6831-4D66-AAB2-4C1920E0647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1738314"/>
            <a:ext cx="7969283" cy="1495794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lang="en-US" sz="5400">
                <a:solidFill>
                  <a:srgbClr val="E5F8FF"/>
                </a:solidFill>
                <a:latin typeface="Arial Nova Light" panose="020B0304020202020204" pitchFamily="34" charset="0"/>
              </a:defRPr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2" name="Draft">
            <a:extLst>
              <a:ext uri="{FF2B5EF4-FFF2-40B4-BE49-F238E27FC236}">
                <a16:creationId xmlns:a16="http://schemas.microsoft.com/office/drawing/2014/main" id="{7D2A01D4-2405-4B9C-AEAF-77C165A281D5}"/>
              </a:ext>
            </a:extLst>
          </p:cNvPr>
          <p:cNvSpPr txBox="1"/>
          <p:nvPr userDrawn="1"/>
        </p:nvSpPr>
        <p:spPr bwMode="gray">
          <a:xfrm>
            <a:off x="381001" y="5345921"/>
            <a:ext cx="884858" cy="24622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>
              <a:spcBef>
                <a:spcPts val="1200"/>
              </a:spcBef>
              <a:spcAft>
                <a:spcPct val="0"/>
              </a:spcAft>
              <a:buNone/>
            </a:pPr>
            <a:r>
              <a:rPr lang="en-US" sz="1600" b="1" kern="1200" cap="all" spc="300">
                <a:solidFill>
                  <a:srgbClr val="FFFFFF"/>
                </a:solidFill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69820174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ast Page Logo">
    <p:bg>
      <p:bgPr>
        <a:blipFill dpi="0" rotWithShape="1">
          <a:blip r:embed="rId2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208">
            <a:extLst>
              <a:ext uri="{FF2B5EF4-FFF2-40B4-BE49-F238E27FC236}">
                <a16:creationId xmlns:a16="http://schemas.microsoft.com/office/drawing/2014/main" id="{5BC7EE9C-562A-4519-B67A-EB99114D5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381001" y="400053"/>
            <a:ext cx="457200" cy="1143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2"/>
              </a:solidFill>
            </a:endParaRPr>
          </a:p>
        </p:txBody>
      </p:sp>
      <p:pic>
        <p:nvPicPr>
          <p:cNvPr id="210" name="Picture 209">
            <a:extLst>
              <a:ext uri="{FF2B5EF4-FFF2-40B4-BE49-F238E27FC236}">
                <a16:creationId xmlns:a16="http://schemas.microsoft.com/office/drawing/2014/main" id="{9F395D62-9AFB-429C-85A8-BAAB83043A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1171" y="6172200"/>
            <a:ext cx="2743200" cy="356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9354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42901"/>
            <a:ext cx="11430000" cy="44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279104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theme" Target="../theme/theme1.xml"/><Relationship Id="rId45" Type="http://schemas.openxmlformats.org/officeDocument/2006/relationships/tags" Target="../tags/tag1.xml"/><Relationship Id="rId46" Type="http://schemas.openxmlformats.org/officeDocument/2006/relationships/oleObject" Target="../embeddings/oleObject1.bin"/><Relationship Id="rId47" Type="http://schemas.openxmlformats.org/officeDocument/2006/relationships/image" Target="../media/image1.emf"/><Relationship Id="rId48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0.xml"/><Relationship Id="rId8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4.xml"/><Relationship Id="rId12" Type="http://schemas.openxmlformats.org/officeDocument/2006/relationships/slideLayout" Target="../slideLayouts/slideLayout55.xml"/><Relationship Id="rId13" Type="http://schemas.openxmlformats.org/officeDocument/2006/relationships/slideLayout" Target="../slideLayouts/slideLayout56.xml"/><Relationship Id="rId14" Type="http://schemas.openxmlformats.org/officeDocument/2006/relationships/slideLayout" Target="../slideLayouts/slideLayout57.xml"/><Relationship Id="rId15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59.xml"/><Relationship Id="rId17" Type="http://schemas.openxmlformats.org/officeDocument/2006/relationships/theme" Target="../theme/theme2.xml"/><Relationship Id="rId18" Type="http://schemas.openxmlformats.org/officeDocument/2006/relationships/tags" Target="../tags/tag3.xml"/><Relationship Id="rId19" Type="http://schemas.openxmlformats.org/officeDocument/2006/relationships/oleObject" Target="../embeddings/oleObject3.bin"/><Relationship Id="rId20" Type="http://schemas.openxmlformats.org/officeDocument/2006/relationships/image" Target="../media/image1.emf"/><Relationship Id="rId21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<Relationship Id="rId14" Type="http://schemas.openxmlformats.org/officeDocument/2006/relationships/slideLayout" Target="../slideLayouts/slideLayout73.xml"/><Relationship Id="rId15" Type="http://schemas.openxmlformats.org/officeDocument/2006/relationships/slideLayout" Target="../slideLayouts/slideLayout74.xml"/><Relationship Id="rId16" Type="http://schemas.openxmlformats.org/officeDocument/2006/relationships/slideLayout" Target="../slideLayouts/slideLayout75.xml"/><Relationship Id="rId17" Type="http://schemas.openxmlformats.org/officeDocument/2006/relationships/slideLayout" Target="../slideLayouts/slideLayout76.xml"/><Relationship Id="rId18" Type="http://schemas.openxmlformats.org/officeDocument/2006/relationships/theme" Target="../theme/theme3.xml"/><Relationship Id="rId19" Type="http://schemas.openxmlformats.org/officeDocument/2006/relationships/tags" Target="../tags/tag4.xml"/><Relationship Id="rId20" Type="http://schemas.openxmlformats.org/officeDocument/2006/relationships/oleObject" Target="../embeddings/oleObject4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32C392E5-A875-932C-A03D-C8474BF9631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32151232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6" imgW="347" imgH="348" progId="TCLayout.ActiveDocument.1">
                  <p:embed/>
                </p:oleObj>
              </mc:Choice>
              <mc:Fallback>
                <p:oleObj name="think-cell Slide" r:id="rId46" imgW="347" imgH="348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32C392E5-A875-932C-A03D-C8474BF963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4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  <p:sp>
        <p:nvSpPr>
          <p:cNvPr id="7" name="fl" descr="                              Dell - Internal Use - Confidential&#10;"/>
          <p:cNvSpPr txBox="1"/>
          <p:nvPr/>
        </p:nvSpPr>
        <p:spPr>
          <a:xfrm>
            <a:off x="5381061" y="6701002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83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808080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6" name="TextBox 19"/>
          <p:cNvSpPr txBox="1"/>
          <p:nvPr/>
        </p:nvSpPr>
        <p:spPr>
          <a:xfrm>
            <a:off x="5120250" y="6702028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808080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FC17FF-98F9-51EF-CD1F-084B4D5F046D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969963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>
                <a:solidFill>
                  <a:srgbClr val="737373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88158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61" r:id="rId43"/>
  </p:sldLayoutIdLst>
  <p:txStyles>
    <p:titleStyle>
      <a:lvl1pPr algn="l" defTabSz="91438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7" indent="-228597" algn="l" defTabSz="91438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90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2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76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70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62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55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49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42" indent="-228597" algn="l" defTabSz="91438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4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86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79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73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66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58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52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46" algn="l" defTabSz="91438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240">
          <p15:clr>
            <a:srgbClr val="F26B43"/>
          </p15:clr>
        </p15:guide>
        <p15:guide id="4" pos="74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0B9349E1-EB20-2CE1-1CC6-91134B039919}"/>
              </a:ext>
            </a:extLst>
          </p:cNvPr>
          <p:cNvGraphicFramePr>
            <a:graphicFrameLocks noChangeAspect="1"/>
          </p:cNvGraphicFramePr>
          <p:nvPr>
            <p:custDataLst>
              <p:tags r:id="rId18"/>
            </p:custDataLst>
            <p:extLst>
              <p:ext uri="{D42A27DB-BD31-4B8C-83A1-F6EECF244321}">
                <p14:modId xmlns:p14="http://schemas.microsoft.com/office/powerpoint/2010/main" val="1167177788"/>
              </p:ext>
            </p:extLst>
          </p:nvPr>
        </p:nvGraphicFramePr>
        <p:xfrm>
          <a:off x="1591" y="1591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347" imgH="348" progId="TCLayout.ActiveDocument.1">
                  <p:embed/>
                </p:oleObj>
              </mc:Choice>
              <mc:Fallback>
                <p:oleObj name="think-cell Slide" r:id="rId19" imgW="347" imgH="348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0B9349E1-EB20-2CE1-1CC6-91134B0399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91" y="1591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  <p:sp>
        <p:nvSpPr>
          <p:cNvPr id="7" name="fl" descr="                              Dell - Internal Use - Confidential&#10;"/>
          <p:cNvSpPr txBox="1"/>
          <p:nvPr/>
        </p:nvSpPr>
        <p:spPr>
          <a:xfrm>
            <a:off x="5381070" y="6701009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032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808080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6" name="TextBox 19"/>
          <p:cNvSpPr txBox="1"/>
          <p:nvPr/>
        </p:nvSpPr>
        <p:spPr>
          <a:xfrm>
            <a:off x="5120250" y="6702035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 err="1">
              <a:solidFill>
                <a:srgbClr val="808080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CEBED-64CB-8A8F-D0A9-64BD1BA38ED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969963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>
                <a:solidFill>
                  <a:srgbClr val="737373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34140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8" r:id="rId14"/>
    <p:sldLayoutId id="2147483719" r:id="rId15"/>
    <p:sldLayoutId id="2147483720" r:id="rId16"/>
  </p:sldLayoutIdLst>
  <p:txStyles>
    <p:titleStyle>
      <a:lvl1pPr algn="l" defTabSz="91427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70" indent="-228570" algn="l" defTabSz="91427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10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42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976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11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49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84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22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62" indent="-228570" algn="l" defTabSz="9142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73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8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46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86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18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52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87" algn="l" defTabSz="91427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240">
          <p15:clr>
            <a:srgbClr val="F26B43"/>
          </p15:clr>
        </p15:guide>
        <p15:guide id="4" pos="74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0B9349E1-EB20-2CE1-1CC6-91134B039919}"/>
              </a:ext>
            </a:extLst>
          </p:cNvPr>
          <p:cNvGraphicFramePr>
            <a:graphicFrameLocks noChangeAspect="1"/>
          </p:cNvGraphicFramePr>
          <p:nvPr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1831774676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47" imgH="348" progId="TCLayout.ActiveDocument.1">
                  <p:embed/>
                </p:oleObj>
              </mc:Choice>
              <mc:Fallback>
                <p:oleObj name="think-cell Slide" r:id="rId20" imgW="347" imgH="348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0B9349E1-EB20-2CE1-1CC6-91134B03991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03079" y="6451744"/>
            <a:ext cx="1438656" cy="187024"/>
          </a:xfrm>
          <a:prstGeom prst="rect">
            <a:avLst/>
          </a:prstGeom>
        </p:spPr>
      </p:pic>
      <p:sp>
        <p:nvSpPr>
          <p:cNvPr id="7" name="fl" descr="                              Dell - Internal Use - Confidential&#10;"/>
          <p:cNvSpPr txBox="1"/>
          <p:nvPr/>
        </p:nvSpPr>
        <p:spPr>
          <a:xfrm>
            <a:off x="5381065" y="6701005"/>
            <a:ext cx="1429879" cy="83100"/>
          </a:xfrm>
          <a:prstGeom prst="rect">
            <a:avLst/>
          </a:prstGeom>
          <a:noFill/>
        </p:spPr>
        <p:txBody>
          <a:bodyPr vert="horz" wrap="none" lIns="0" tIns="0" rIns="0" bIns="0" rtlCol="0" anchor="ctr" anchorCtr="0">
            <a:spAutoFit/>
          </a:bodyPr>
          <a:lstStyle/>
          <a:p>
            <a:pPr marL="0" marR="0" indent="0" algn="ctr" defTabSz="1219122" rtl="0" eaLnBrk="1" fontAlgn="base" latinLnBrk="0" hangingPunct="1">
              <a:lnSpc>
                <a:spcPct val="90000"/>
              </a:lnSpc>
              <a:spcBef>
                <a:spcPts val="133"/>
              </a:spcBef>
              <a:spcAft>
                <a:spcPts val="133"/>
              </a:spcAft>
              <a:buClrTx/>
              <a:buSzTx/>
              <a:buFontTx/>
              <a:buNone/>
              <a:tabLst/>
              <a:defRPr/>
            </a:pPr>
            <a:r>
              <a:rPr lang="en-US" sz="600" b="0" i="0" u="none" baseline="0">
                <a:solidFill>
                  <a:srgbClr val="808080"/>
                </a:solidFill>
                <a:latin typeface="Arial" panose="020B0604020202020204" pitchFamily="34" charset="0"/>
              </a:rPr>
              <a:t>Copyright © Dell Inc. All Rights Reserved.</a:t>
            </a:r>
          </a:p>
        </p:txBody>
      </p:sp>
      <p:sp>
        <p:nvSpPr>
          <p:cNvPr id="6" name="TextBox 19"/>
          <p:cNvSpPr txBox="1"/>
          <p:nvPr/>
        </p:nvSpPr>
        <p:spPr>
          <a:xfrm>
            <a:off x="5120250" y="6702031"/>
            <a:ext cx="94578" cy="83100"/>
          </a:xfrm>
          <a:prstGeom prst="rect">
            <a:avLst/>
          </a:prstGeom>
        </p:spPr>
        <p:txBody>
          <a:bodyPr vert="horz" wrap="none" lIns="0" tIns="0" rIns="0" bIns="0" rtlCol="0" anchor="ctr" anchorCtr="0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algn="r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bg1"/>
              </a:buClr>
            </a:pPr>
            <a:fld id="{58EC7406-F4CC-4ABF-902E-2AF4E70E5C0F}" type="slidenum">
              <a:rPr lang="en-US" sz="600" b="0" kern="1200" smtClean="0">
                <a:solidFill>
                  <a:srgbClr val="808080"/>
                </a:solidFill>
                <a:latin typeface="Arial" panose="020B0604020202020204" pitchFamily="34" charset="0"/>
                <a:ea typeface="+mn-ea"/>
                <a:cs typeface="+mn-cs"/>
              </a:rPr>
              <a:pPr algn="r" rtl="0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bg1"/>
                </a:buClr>
              </a:pPr>
              <a:t>‹#›</a:t>
            </a:fld>
            <a:endParaRPr lang="en-US" sz="600" b="0" kern="1200">
              <a:solidFill>
                <a:srgbClr val="808080"/>
              </a:solidFill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582CC0-A7E5-A5E9-F5AA-3DA17AD67E14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969963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>
                <a:solidFill>
                  <a:srgbClr val="737373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 Use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916059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</p:sldLayoutIdLst>
  <p:txStyles>
    <p:titleStyle>
      <a:lvl1pPr algn="l" defTabSz="91434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6" indent="-228586" algn="l" defTabSz="91434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8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26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96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67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37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06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78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50" indent="-228586" algn="l" defTabSz="91434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1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1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0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82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54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22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92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63" algn="l" defTabSz="91434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240">
          <p15:clr>
            <a:srgbClr val="F26B43"/>
          </p15:clr>
        </p15:guide>
        <p15:guide id="4" pos="74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017EF34-CBF1-7C7E-2996-68AE8F2D01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  <a:p>
            <a:r>
              <a:rPr lang="en-US"/>
              <a:t>10-30-2025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65DED1-89E4-CC69-BA32-3ED1D9100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86211"/>
            <a:ext cx="7969282" cy="747897"/>
          </a:xfrm>
        </p:spPr>
        <p:txBody>
          <a:bodyPr/>
          <a:lstStyle/>
          <a:p>
            <a:r>
              <a:rPr lang="en-US"/>
              <a:t>DBIA Ops Agentic AI Pillar</a:t>
            </a:r>
          </a:p>
        </p:txBody>
      </p:sp>
    </p:spTree>
    <p:extLst>
      <p:ext uri="{BB962C8B-B14F-4D97-AF65-F5344CB8AC3E}">
        <p14:creationId xmlns:p14="http://schemas.microsoft.com/office/powerpoint/2010/main" val="301063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B5F64-300E-1B2B-B920-F66ED4F2A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C7B713A-9356-BABF-E38B-25F9D6168902}"/>
              </a:ext>
            </a:extLst>
          </p:cNvPr>
          <p:cNvSpPr/>
          <p:nvPr/>
        </p:nvSpPr>
        <p:spPr>
          <a:xfrm>
            <a:off x="57150" y="6534150"/>
            <a:ext cx="1409700" cy="317497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C78D19-AADF-6266-6E0C-F15D79635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30526"/>
            <a:ext cx="11430000" cy="443198"/>
          </a:xfrm>
        </p:spPr>
        <p:txBody>
          <a:bodyPr/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137498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03F23-FB23-C52B-3F59-A4BE79F78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1FF49F0-32C8-0360-6E00-7CF2AD7F793F}"/>
              </a:ext>
            </a:extLst>
          </p:cNvPr>
          <p:cNvSpPr/>
          <p:nvPr/>
        </p:nvSpPr>
        <p:spPr>
          <a:xfrm>
            <a:off x="57150" y="6534150"/>
            <a:ext cx="1409700" cy="317497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772FB-8B38-88FF-F6EB-E344E4789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30526"/>
            <a:ext cx="11430000" cy="443198"/>
          </a:xfrm>
        </p:spPr>
        <p:txBody>
          <a:bodyPr/>
          <a:lstStyle/>
          <a:p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711220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53062-B224-72F3-E247-10CA081C5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9478C-1420-66B4-FF94-A968D4038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Agentic Solution – Initial Design (agentic state example)</a:t>
            </a:r>
          </a:p>
        </p:txBody>
      </p:sp>
    </p:spTree>
    <p:extLst>
      <p:ext uri="{BB962C8B-B14F-4D97-AF65-F5344CB8AC3E}">
        <p14:creationId xmlns:p14="http://schemas.microsoft.com/office/powerpoint/2010/main" val="427021176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Agentic Visualization Dashboard1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2133600" y="274320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Knowledge</a:t>
            </a:r>
          </a:p>
        </p:txBody>
      </p:sp>
      <p:sp>
        <p:nvSpPr>
          <p:cNvPr id="5" name="Oval 4"/>
          <p:cNvSpPr/>
          <p:nvPr/>
        </p:nvSpPr>
        <p:spPr>
          <a:xfrm>
            <a:off x="5638800" y="2743200"/>
            <a:ext cx="1371600" cy="1371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Personalization</a:t>
            </a:r>
          </a:p>
        </p:txBody>
      </p:sp>
      <p:sp>
        <p:nvSpPr>
          <p:cNvPr id="6" name="Oval 5"/>
          <p:cNvSpPr/>
          <p:nvPr/>
        </p:nvSpPr>
        <p:spPr>
          <a:xfrm>
            <a:off x="6724721" y="4702927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7" name="Oval 6"/>
          <p:cNvSpPr/>
          <p:nvPr/>
        </p:nvSpPr>
        <p:spPr>
          <a:xfrm>
            <a:off x="6120692" y="4914768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8" name="Oval 7"/>
          <p:cNvSpPr/>
          <p:nvPr/>
        </p:nvSpPr>
        <p:spPr>
          <a:xfrm>
            <a:off x="5369013" y="4891908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9" name="Oval 8"/>
          <p:cNvSpPr/>
          <p:nvPr/>
        </p:nvSpPr>
        <p:spPr>
          <a:xfrm>
            <a:off x="4635721" y="4538773"/>
            <a:ext cx="640080" cy="6400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10" name="Oval 9"/>
          <p:cNvSpPr/>
          <p:nvPr/>
        </p:nvSpPr>
        <p:spPr>
          <a:xfrm>
            <a:off x="7721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T1</a:t>
            </a:r>
          </a:p>
        </p:txBody>
      </p:sp>
      <p:sp>
        <p:nvSpPr>
          <p:cNvPr id="11" name="Oval 10"/>
          <p:cNvSpPr/>
          <p:nvPr/>
        </p:nvSpPr>
        <p:spPr>
          <a:xfrm>
            <a:off x="18186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T2</a:t>
            </a:r>
          </a:p>
        </p:txBody>
      </p:sp>
      <p:sp>
        <p:nvSpPr>
          <p:cNvPr id="12" name="Oval 11"/>
          <p:cNvSpPr/>
          <p:nvPr/>
        </p:nvSpPr>
        <p:spPr>
          <a:xfrm>
            <a:off x="28651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T3</a:t>
            </a:r>
          </a:p>
        </p:txBody>
      </p:sp>
      <p:sp>
        <p:nvSpPr>
          <p:cNvPr id="13" name="Oval 12"/>
          <p:cNvSpPr/>
          <p:nvPr/>
        </p:nvSpPr>
        <p:spPr>
          <a:xfrm>
            <a:off x="391160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T4</a:t>
            </a:r>
          </a:p>
        </p:txBody>
      </p:sp>
      <p:sp>
        <p:nvSpPr>
          <p:cNvPr id="14" name="Oval 13"/>
          <p:cNvSpPr/>
          <p:nvPr/>
        </p:nvSpPr>
        <p:spPr>
          <a:xfrm>
            <a:off x="495808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T5</a:t>
            </a:r>
          </a:p>
        </p:txBody>
      </p:sp>
      <p:sp>
        <p:nvSpPr>
          <p:cNvPr id="15" name="Oval 14"/>
          <p:cNvSpPr/>
          <p:nvPr/>
        </p:nvSpPr>
        <p:spPr>
          <a:xfrm>
            <a:off x="60045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T6</a:t>
            </a:r>
          </a:p>
        </p:txBody>
      </p:sp>
      <p:sp>
        <p:nvSpPr>
          <p:cNvPr id="16" name="Oval 15"/>
          <p:cNvSpPr/>
          <p:nvPr/>
        </p:nvSpPr>
        <p:spPr>
          <a:xfrm>
            <a:off x="70510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T7</a:t>
            </a:r>
          </a:p>
        </p:txBody>
      </p:sp>
      <p:sp>
        <p:nvSpPr>
          <p:cNvPr id="17" name="Oval 16"/>
          <p:cNvSpPr/>
          <p:nvPr/>
        </p:nvSpPr>
        <p:spPr>
          <a:xfrm>
            <a:off x="80975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T8</a:t>
            </a:r>
          </a:p>
        </p:txBody>
      </p:sp>
      <p:sp>
        <p:nvSpPr>
          <p:cNvPr id="18" name="Oval 17"/>
          <p:cNvSpPr/>
          <p:nvPr/>
        </p:nvSpPr>
        <p:spPr>
          <a:xfrm>
            <a:off x="455371391" y="246887991"/>
            <a:ext cx="228600" cy="228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5371291" y="246888164"/>
            <a:ext cx="228600" cy="228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5371091" y="246888164"/>
            <a:ext cx="228600" cy="228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5370991" y="246887991"/>
            <a:ext cx="228600" cy="228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091" y="246887817"/>
            <a:ext cx="228600" cy="228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371291" y="246887817"/>
            <a:ext cx="228600" cy="2286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l FY24 Template">
  <a:themeElements>
    <a:clrScheme name="DT 2023">
      <a:dk1>
        <a:srgbClr val="808080"/>
      </a:dk1>
      <a:lt1>
        <a:srgbClr val="0672CB"/>
      </a:lt1>
      <a:dk2>
        <a:srgbClr val="FFFFFF"/>
      </a:dk2>
      <a:lt2>
        <a:srgbClr val="000000"/>
      </a:lt2>
      <a:accent1>
        <a:srgbClr val="0D2155"/>
      </a:accent1>
      <a:accent2>
        <a:srgbClr val="247554"/>
      </a:accent2>
      <a:accent3>
        <a:srgbClr val="F4BB5E"/>
      </a:accent3>
      <a:accent4>
        <a:srgbClr val="E5F8FF"/>
      </a:accent4>
      <a:accent5>
        <a:srgbClr val="691D3F"/>
      </a:accent5>
      <a:accent6>
        <a:srgbClr val="0C32A4"/>
      </a:accent6>
      <a:hlink>
        <a:srgbClr val="0672CB"/>
      </a:hlink>
      <a:folHlink>
        <a:srgbClr val="612CB0"/>
      </a:folHlink>
    </a:clrScheme>
    <a:fontScheme name="Custom 1">
      <a:majorFont>
        <a:latin typeface="Arial Nova Light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bg2"/>
          </a:solidFill>
        </a:ln>
      </a:spPr>
      <a:bodyPr rtlCol="0" anchor="ctr"/>
      <a:lstStyle>
        <a:defPPr algn="ctr">
          <a:defRPr sz="12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ctr">
          <a:defRPr dirty="0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42233C5C-70D2-4385-AFF2-9241B8009163}" vid="{6A18F8CD-386D-4FE7-8080-653445F76953}"/>
    </a:ext>
  </a:extLst>
</a:theme>
</file>

<file path=ppt/theme/theme2.xml><?xml version="1.0" encoding="utf-8"?>
<a:theme xmlns:a="http://schemas.openxmlformats.org/drawingml/2006/main" name="11_Dell Technologies 2023">
  <a:themeElements>
    <a:clrScheme name="DT 2023">
      <a:dk1>
        <a:srgbClr val="808080"/>
      </a:dk1>
      <a:lt1>
        <a:srgbClr val="0672CB"/>
      </a:lt1>
      <a:dk2>
        <a:srgbClr val="FFFFFF"/>
      </a:dk2>
      <a:lt2>
        <a:srgbClr val="000000"/>
      </a:lt2>
      <a:accent1>
        <a:srgbClr val="0D2155"/>
      </a:accent1>
      <a:accent2>
        <a:srgbClr val="247554"/>
      </a:accent2>
      <a:accent3>
        <a:srgbClr val="F4BB5E"/>
      </a:accent3>
      <a:accent4>
        <a:srgbClr val="E5F8FF"/>
      </a:accent4>
      <a:accent5>
        <a:srgbClr val="691D3F"/>
      </a:accent5>
      <a:accent6>
        <a:srgbClr val="0C32A4"/>
      </a:accent6>
      <a:hlink>
        <a:srgbClr val="0672CB"/>
      </a:hlink>
      <a:folHlink>
        <a:srgbClr val="612CB0"/>
      </a:folHlink>
    </a:clrScheme>
    <a:fontScheme name="Custom 1">
      <a:majorFont>
        <a:latin typeface="Arial Nova Light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bg2"/>
          </a:solidFill>
        </a:ln>
      </a:spPr>
      <a:bodyPr rtlCol="0" anchor="ctr"/>
      <a:lstStyle>
        <a:defPPr algn="ctr">
          <a:defRPr sz="12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ctr">
          <a:defRPr dirty="0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ell Technologies 2023" id="{5920E705-14AE-4F5A-A0B6-D9719AD25AFE}" vid="{1E7AFD6C-5292-488E-9037-D229A55A2FE4}"/>
    </a:ext>
  </a:extLst>
</a:theme>
</file>

<file path=ppt/theme/theme3.xml><?xml version="1.0" encoding="utf-8"?>
<a:theme xmlns:a="http://schemas.openxmlformats.org/drawingml/2006/main" name="6_Dell Technologies 2023">
  <a:themeElements>
    <a:clrScheme name="DT 2023">
      <a:dk1>
        <a:srgbClr val="808080"/>
      </a:dk1>
      <a:lt1>
        <a:srgbClr val="0672CB"/>
      </a:lt1>
      <a:dk2>
        <a:srgbClr val="FFFFFF"/>
      </a:dk2>
      <a:lt2>
        <a:srgbClr val="000000"/>
      </a:lt2>
      <a:accent1>
        <a:srgbClr val="0D2155"/>
      </a:accent1>
      <a:accent2>
        <a:srgbClr val="247554"/>
      </a:accent2>
      <a:accent3>
        <a:srgbClr val="F4BB5E"/>
      </a:accent3>
      <a:accent4>
        <a:srgbClr val="E5F8FF"/>
      </a:accent4>
      <a:accent5>
        <a:srgbClr val="691D3F"/>
      </a:accent5>
      <a:accent6>
        <a:srgbClr val="0C32A4"/>
      </a:accent6>
      <a:hlink>
        <a:srgbClr val="0672CB"/>
      </a:hlink>
      <a:folHlink>
        <a:srgbClr val="612CB0"/>
      </a:folHlink>
    </a:clrScheme>
    <a:fontScheme name="Custom 1">
      <a:majorFont>
        <a:latin typeface="Arial Nova Light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bg2"/>
          </a:solidFill>
        </a:ln>
      </a:spPr>
      <a:bodyPr rtlCol="0" anchor="ctr"/>
      <a:lstStyle>
        <a:defPPr algn="ctr">
          <a:defRPr sz="1200" dirty="0" smtClean="0">
            <a:solidFill>
              <a:schemeClr val="bg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ctr">
          <a:defRPr dirty="0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ell Technologies 2023" id="{5920E705-14AE-4F5A-A0B6-D9719AD25AFE}" vid="{1E7AFD6C-5292-488E-9037-D229A55A2FE4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61</Words>
  <Application>Microsoft Office PowerPoint</Application>
  <PresentationFormat>Widescreen</PresentationFormat>
  <Paragraphs>17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Museo Sans For Dell</vt:lpstr>
      <vt:lpstr>Aptos</vt:lpstr>
      <vt:lpstr>Arial</vt:lpstr>
      <vt:lpstr>Arial Nova Light</vt:lpstr>
      <vt:lpstr>Calibri</vt:lpstr>
      <vt:lpstr>Wingdings</vt:lpstr>
      <vt:lpstr>Dell FY24 Template</vt:lpstr>
      <vt:lpstr>11_Dell Technologies 2023</vt:lpstr>
      <vt:lpstr>6_Dell Technologies 2023</vt:lpstr>
      <vt:lpstr>think-cell Slide</vt:lpstr>
      <vt:lpstr>DBIA Ops Agentic AI Pillar</vt:lpstr>
      <vt:lpstr>…</vt:lpstr>
      <vt:lpstr>…</vt:lpstr>
      <vt:lpstr>Agentic Solution – Initial Design (agentic state example)</vt:lpstr>
    </vt:vector>
  </TitlesOfParts>
  <Company>Dell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Chahid, Siham</dc:creator>
  <cp:lastModifiedBy>Harney, John</cp:lastModifiedBy>
  <cp:revision>5</cp:revision>
  <dcterms:created xsi:type="dcterms:W3CDTF">2025-06-11T21:16:47Z</dcterms:created>
  <dcterms:modified xsi:type="dcterms:W3CDTF">2026-01-30T18:17:22Z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3dd1fcc-24d7-4f55-9dc2-c1518f171327_Enabled">
    <vt:lpwstr>true</vt:lpwstr>
  </property>
  <property fmtid="{D5CDD505-2E9C-101B-9397-08002B2CF9AE}" pid="3" name="MSIP_Label_73dd1fcc-24d7-4f55-9dc2-c1518f171327_SetDate">
    <vt:lpwstr>2025-06-11T21:18:35Z</vt:lpwstr>
  </property>
  <property fmtid="{D5CDD505-2E9C-101B-9397-08002B2CF9AE}" pid="4" name="MSIP_Label_73dd1fcc-24d7-4f55-9dc2-c1518f171327_Method">
    <vt:lpwstr>Privileged</vt:lpwstr>
  </property>
  <property fmtid="{D5CDD505-2E9C-101B-9397-08002B2CF9AE}" pid="5" name="MSIP_Label_73dd1fcc-24d7-4f55-9dc2-c1518f171327_Name">
    <vt:lpwstr>No Protection (Label Only) - Internal Use</vt:lpwstr>
  </property>
  <property fmtid="{D5CDD505-2E9C-101B-9397-08002B2CF9AE}" pid="6" name="MSIP_Label_73dd1fcc-24d7-4f55-9dc2-c1518f171327_SiteId">
    <vt:lpwstr>945c199a-83a2-4e80-9f8c-5a91be5752dd</vt:lpwstr>
  </property>
  <property fmtid="{D5CDD505-2E9C-101B-9397-08002B2CF9AE}" pid="7" name="MSIP_Label_73dd1fcc-24d7-4f55-9dc2-c1518f171327_ActionId">
    <vt:lpwstr>daf3ccf1-2f39-4c77-91c5-f44e71c769e5</vt:lpwstr>
  </property>
  <property fmtid="{D5CDD505-2E9C-101B-9397-08002B2CF9AE}" pid="8" name="MSIP_Label_73dd1fcc-24d7-4f55-9dc2-c1518f171327_ContentBits">
    <vt:lpwstr>2</vt:lpwstr>
  </property>
  <property fmtid="{D5CDD505-2E9C-101B-9397-08002B2CF9AE}" pid="9" name="MSIP_Label_73dd1fcc-24d7-4f55-9dc2-c1518f171327_Tag">
    <vt:lpwstr>10, 0, 1, 1</vt:lpwstr>
  </property>
  <property fmtid="{D5CDD505-2E9C-101B-9397-08002B2CF9AE}" pid="10" name="ClassificationContentMarkingFooterLocations">
    <vt:lpwstr>Dell FY24 Template:9\11_Dell Technologies 2023:4\2_Dell official:2\6_Dell Technologies 2023:3\1_Dell Tech template:4\1_Office Theme:2</vt:lpwstr>
  </property>
  <property fmtid="{D5CDD505-2E9C-101B-9397-08002B2CF9AE}" pid="11" name="ClassificationContentMarkingFooterText">
    <vt:lpwstr>Internal Use - Confidential</vt:lpwstr>
  </property>
</Properties>
</file>