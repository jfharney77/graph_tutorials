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00200" y="2971800"/>
            <a:ext cx="914400" cy="9144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Knowledge</a:t>
            </a:r>
          </a:p>
        </p:txBody>
      </p:sp>
      <p:sp>
        <p:nvSpPr>
          <p:cNvPr id="3" name="Oval 2"/>
          <p:cNvSpPr/>
          <p:nvPr/>
        </p:nvSpPr>
        <p:spPr>
          <a:xfrm>
            <a:off x="4114800" y="2971800"/>
            <a:ext cx="914400" cy="9144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Personalization</a:t>
            </a:r>
          </a:p>
        </p:txBody>
      </p:sp>
      <p:sp>
        <p:nvSpPr>
          <p:cNvPr id="4" name="Oval 3"/>
          <p:cNvSpPr/>
          <p:nvPr/>
        </p:nvSpPr>
        <p:spPr>
          <a:xfrm>
            <a:off x="6629400" y="2971800"/>
            <a:ext cx="914400" cy="9144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Escalation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3246120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A1</a:t>
            </a:r>
          </a:p>
        </p:txBody>
      </p:sp>
      <p:sp>
        <p:nvSpPr>
          <p:cNvPr id="6" name="Oval 5"/>
          <p:cNvSpPr/>
          <p:nvPr/>
        </p:nvSpPr>
        <p:spPr>
          <a:xfrm>
            <a:off x="4671685" y="4115766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A2</a:t>
            </a:r>
          </a:p>
        </p:txBody>
      </p:sp>
      <p:sp>
        <p:nvSpPr>
          <p:cNvPr id="7" name="Oval 6"/>
          <p:cNvSpPr/>
          <p:nvPr/>
        </p:nvSpPr>
        <p:spPr>
          <a:xfrm>
            <a:off x="3649354" y="3783590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A3</a:t>
            </a:r>
          </a:p>
        </p:txBody>
      </p:sp>
      <p:sp>
        <p:nvSpPr>
          <p:cNvPr id="8" name="Oval 7"/>
          <p:cNvSpPr/>
          <p:nvPr/>
        </p:nvSpPr>
        <p:spPr>
          <a:xfrm>
            <a:off x="3649354" y="2708649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A4</a:t>
            </a:r>
          </a:p>
        </p:txBody>
      </p:sp>
      <p:sp>
        <p:nvSpPr>
          <p:cNvPr id="9" name="Oval 8"/>
          <p:cNvSpPr/>
          <p:nvPr/>
        </p:nvSpPr>
        <p:spPr>
          <a:xfrm>
            <a:off x="4671685" y="2376473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A5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3246120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A6</a:t>
            </a:r>
          </a:p>
        </p:txBody>
      </p:sp>
      <p:sp>
        <p:nvSpPr>
          <p:cNvPr id="11" name="Oval 10"/>
          <p:cNvSpPr/>
          <p:nvPr/>
        </p:nvSpPr>
        <p:spPr>
          <a:xfrm>
            <a:off x="2157085" y="4115766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A7</a:t>
            </a:r>
          </a:p>
        </p:txBody>
      </p:sp>
      <p:sp>
        <p:nvSpPr>
          <p:cNvPr id="12" name="Oval 11"/>
          <p:cNvSpPr/>
          <p:nvPr/>
        </p:nvSpPr>
        <p:spPr>
          <a:xfrm>
            <a:off x="1134754" y="3783590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A8</a:t>
            </a:r>
          </a:p>
        </p:txBody>
      </p:sp>
      <p:sp>
        <p:nvSpPr>
          <p:cNvPr id="13" name="Oval 12"/>
          <p:cNvSpPr/>
          <p:nvPr/>
        </p:nvSpPr>
        <p:spPr>
          <a:xfrm>
            <a:off x="1134754" y="2708649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A9</a:t>
            </a:r>
          </a:p>
        </p:txBody>
      </p:sp>
      <p:sp>
        <p:nvSpPr>
          <p:cNvPr id="14" name="Oval 13"/>
          <p:cNvSpPr/>
          <p:nvPr/>
        </p:nvSpPr>
        <p:spPr>
          <a:xfrm>
            <a:off x="2157085" y="2376473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A10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246120"/>
            <a:ext cx="365760" cy="36576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A11</a:t>
            </a:r>
          </a:p>
        </p:txBody>
      </p:sp>
      <p:sp>
        <p:nvSpPr>
          <p:cNvPr id="16" name="Oval 15"/>
          <p:cNvSpPr/>
          <p:nvPr/>
        </p:nvSpPr>
        <p:spPr>
          <a:xfrm>
            <a:off x="85344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17" name="Oval 16"/>
          <p:cNvSpPr/>
          <p:nvPr/>
        </p:nvSpPr>
        <p:spPr>
          <a:xfrm>
            <a:off x="188976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8" name="Oval 17"/>
          <p:cNvSpPr/>
          <p:nvPr/>
        </p:nvSpPr>
        <p:spPr>
          <a:xfrm>
            <a:off x="292608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19" name="Oval 18"/>
          <p:cNvSpPr/>
          <p:nvPr/>
        </p:nvSpPr>
        <p:spPr>
          <a:xfrm>
            <a:off x="396240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T4</a:t>
            </a:r>
          </a:p>
        </p:txBody>
      </p:sp>
      <p:sp>
        <p:nvSpPr>
          <p:cNvPr id="20" name="Oval 19"/>
          <p:cNvSpPr/>
          <p:nvPr/>
        </p:nvSpPr>
        <p:spPr>
          <a:xfrm>
            <a:off x="499872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T5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T6</a:t>
            </a:r>
          </a:p>
        </p:txBody>
      </p:sp>
      <p:sp>
        <p:nvSpPr>
          <p:cNvPr id="22" name="Oval 21"/>
          <p:cNvSpPr/>
          <p:nvPr/>
        </p:nvSpPr>
        <p:spPr>
          <a:xfrm>
            <a:off x="707136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T7</a:t>
            </a:r>
          </a:p>
        </p:txBody>
      </p:sp>
      <p:sp>
        <p:nvSpPr>
          <p:cNvPr id="23" name="Oval 22"/>
          <p:cNvSpPr/>
          <p:nvPr/>
        </p:nvSpPr>
        <p:spPr>
          <a:xfrm>
            <a:off x="8107680" y="914400"/>
            <a:ext cx="182880" cy="1828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0" y="3429000"/>
            <a:ext cx="2743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13282" y="3863823"/>
            <a:ext cx="84770" cy="260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80187" y="3697735"/>
            <a:ext cx="221930" cy="1612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80187" y="2999023"/>
            <a:ext cx="221930" cy="1612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13282" y="2733283"/>
            <a:ext cx="84770" cy="260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14600" y="3429000"/>
            <a:ext cx="2743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98682" y="3863823"/>
            <a:ext cx="84770" cy="260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465587" y="3697735"/>
            <a:ext cx="221930" cy="1612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465587" y="2999023"/>
            <a:ext cx="221930" cy="1612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198682" y="2733283"/>
            <a:ext cx="84770" cy="260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43800" y="3429000"/>
            <a:ext cx="2743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