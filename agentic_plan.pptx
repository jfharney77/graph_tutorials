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133600" y="2743200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Knowledge</a:t>
            </a:r>
          </a:p>
        </p:txBody>
      </p:sp>
      <p:sp>
        <p:nvSpPr>
          <p:cNvPr id="3" name="Oval 2"/>
          <p:cNvSpPr/>
          <p:nvPr/>
        </p:nvSpPr>
        <p:spPr>
          <a:xfrm>
            <a:off x="5638800" y="2743200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Personalization</a:t>
            </a:r>
          </a:p>
        </p:txBody>
      </p:sp>
      <p:sp>
        <p:nvSpPr>
          <p:cNvPr id="4" name="Oval 3"/>
          <p:cNvSpPr/>
          <p:nvPr/>
        </p:nvSpPr>
        <p:spPr>
          <a:xfrm>
            <a:off x="7376160" y="3108960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</a:t>
            </a:r>
          </a:p>
        </p:txBody>
      </p:sp>
      <p:sp>
        <p:nvSpPr>
          <p:cNvPr id="5" name="Oval 4"/>
          <p:cNvSpPr/>
          <p:nvPr/>
        </p:nvSpPr>
        <p:spPr>
          <a:xfrm>
            <a:off x="6428407" y="4413429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A2</a:t>
            </a:r>
          </a:p>
        </p:txBody>
      </p:sp>
      <p:sp>
        <p:nvSpPr>
          <p:cNvPr id="6" name="Oval 5"/>
          <p:cNvSpPr/>
          <p:nvPr/>
        </p:nvSpPr>
        <p:spPr>
          <a:xfrm>
            <a:off x="4894912" y="3915166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A3</a:t>
            </a:r>
          </a:p>
        </p:txBody>
      </p:sp>
      <p:sp>
        <p:nvSpPr>
          <p:cNvPr id="7" name="Oval 6"/>
          <p:cNvSpPr/>
          <p:nvPr/>
        </p:nvSpPr>
        <p:spPr>
          <a:xfrm>
            <a:off x="4894912" y="2302753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A4</a:t>
            </a:r>
          </a:p>
        </p:txBody>
      </p:sp>
      <p:sp>
        <p:nvSpPr>
          <p:cNvPr id="8" name="Oval 7"/>
          <p:cNvSpPr/>
          <p:nvPr/>
        </p:nvSpPr>
        <p:spPr>
          <a:xfrm>
            <a:off x="2772429" y="4183901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A10</a:t>
            </a:r>
          </a:p>
        </p:txBody>
      </p:sp>
      <p:sp>
        <p:nvSpPr>
          <p:cNvPr id="9" name="Oval 8"/>
          <p:cNvSpPr/>
          <p:nvPr/>
        </p:nvSpPr>
        <p:spPr>
          <a:xfrm>
            <a:off x="7721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T1</a:t>
            </a:r>
          </a:p>
        </p:txBody>
      </p:sp>
      <p:sp>
        <p:nvSpPr>
          <p:cNvPr id="10" name="Oval 9"/>
          <p:cNvSpPr/>
          <p:nvPr/>
        </p:nvSpPr>
        <p:spPr>
          <a:xfrm>
            <a:off x="18186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T2</a:t>
            </a:r>
          </a:p>
        </p:txBody>
      </p:sp>
      <p:sp>
        <p:nvSpPr>
          <p:cNvPr id="11" name="Oval 10"/>
          <p:cNvSpPr/>
          <p:nvPr/>
        </p:nvSpPr>
        <p:spPr>
          <a:xfrm>
            <a:off x="28651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T3</a:t>
            </a:r>
          </a:p>
        </p:txBody>
      </p:sp>
      <p:sp>
        <p:nvSpPr>
          <p:cNvPr id="12" name="Oval 11"/>
          <p:cNvSpPr/>
          <p:nvPr/>
        </p:nvSpPr>
        <p:spPr>
          <a:xfrm>
            <a:off x="391160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T4</a:t>
            </a:r>
          </a:p>
        </p:txBody>
      </p:sp>
      <p:sp>
        <p:nvSpPr>
          <p:cNvPr id="13" name="Oval 12"/>
          <p:cNvSpPr/>
          <p:nvPr/>
        </p:nvSpPr>
        <p:spPr>
          <a:xfrm>
            <a:off x="495808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T5</a:t>
            </a:r>
          </a:p>
        </p:txBody>
      </p:sp>
      <p:sp>
        <p:nvSpPr>
          <p:cNvPr id="14" name="Oval 13"/>
          <p:cNvSpPr/>
          <p:nvPr/>
        </p:nvSpPr>
        <p:spPr>
          <a:xfrm>
            <a:off x="60045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T6</a:t>
            </a:r>
          </a:p>
        </p:txBody>
      </p:sp>
      <p:sp>
        <p:nvSpPr>
          <p:cNvPr id="15" name="Oval 14"/>
          <p:cNvSpPr/>
          <p:nvPr/>
        </p:nvSpPr>
        <p:spPr>
          <a:xfrm>
            <a:off x="70510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T7</a:t>
            </a:r>
          </a:p>
        </p:txBody>
      </p:sp>
      <p:sp>
        <p:nvSpPr>
          <p:cNvPr id="16" name="Oval 15"/>
          <p:cNvSpPr/>
          <p:nvPr/>
        </p:nvSpPr>
        <p:spPr>
          <a:xfrm>
            <a:off x="80975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T8</a:t>
            </a:r>
          </a:p>
        </p:txBody>
      </p:sp>
      <p:sp>
        <p:nvSpPr>
          <p:cNvPr id="17" name="Oval 16"/>
          <p:cNvSpPr/>
          <p:nvPr/>
        </p:nvSpPr>
        <p:spPr>
          <a:xfrm>
            <a:off x="6428407" y="1804490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10400" y="3429000"/>
            <a:ext cx="365760" cy="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536523" y="4081234"/>
            <a:ext cx="113026" cy="347858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469378" y="3647745"/>
            <a:ext cx="1442251" cy="485379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469378" y="2724875"/>
            <a:ext cx="1442251" cy="485379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88252" y="4093688"/>
            <a:ext cx="25420" cy="100065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