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16480" y="2880360"/>
            <a:ext cx="1097280" cy="10972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Knowledge</a:t>
            </a:r>
          </a:p>
        </p:txBody>
      </p:sp>
      <p:sp>
        <p:nvSpPr>
          <p:cNvPr id="3" name="Oval 2"/>
          <p:cNvSpPr/>
          <p:nvPr/>
        </p:nvSpPr>
        <p:spPr>
          <a:xfrm>
            <a:off x="5730240" y="2880360"/>
            <a:ext cx="1097280" cy="109728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Personalization</a:t>
            </a:r>
          </a:p>
        </p:txBody>
      </p:sp>
      <p:sp>
        <p:nvSpPr>
          <p:cNvPr id="4" name="Oval 3"/>
          <p:cNvSpPr/>
          <p:nvPr/>
        </p:nvSpPr>
        <p:spPr>
          <a:xfrm>
            <a:off x="7421880" y="3200400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</a:t>
            </a:r>
          </a:p>
        </p:txBody>
      </p:sp>
      <p:sp>
        <p:nvSpPr>
          <p:cNvPr id="5" name="Oval 4"/>
          <p:cNvSpPr/>
          <p:nvPr/>
        </p:nvSpPr>
        <p:spPr>
          <a:xfrm>
            <a:off x="6474127" y="4504869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A2</a:t>
            </a:r>
          </a:p>
        </p:txBody>
      </p:sp>
      <p:sp>
        <p:nvSpPr>
          <p:cNvPr id="6" name="Oval 5"/>
          <p:cNvSpPr/>
          <p:nvPr/>
        </p:nvSpPr>
        <p:spPr>
          <a:xfrm>
            <a:off x="4940632" y="4006606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A3</a:t>
            </a:r>
          </a:p>
        </p:txBody>
      </p:sp>
      <p:sp>
        <p:nvSpPr>
          <p:cNvPr id="7" name="Oval 6"/>
          <p:cNvSpPr/>
          <p:nvPr/>
        </p:nvSpPr>
        <p:spPr>
          <a:xfrm>
            <a:off x="4940632" y="2394193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A4</a:t>
            </a:r>
          </a:p>
        </p:txBody>
      </p:sp>
      <p:sp>
        <p:nvSpPr>
          <p:cNvPr id="8" name="Oval 7"/>
          <p:cNvSpPr/>
          <p:nvPr/>
        </p:nvSpPr>
        <p:spPr>
          <a:xfrm>
            <a:off x="6474127" y="1895930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A5</a:t>
            </a:r>
          </a:p>
        </p:txBody>
      </p:sp>
      <p:sp>
        <p:nvSpPr>
          <p:cNvPr id="9" name="Oval 8"/>
          <p:cNvSpPr/>
          <p:nvPr/>
        </p:nvSpPr>
        <p:spPr>
          <a:xfrm>
            <a:off x="3268458" y="4679930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A6</a:t>
            </a:r>
          </a:p>
        </p:txBody>
      </p:sp>
      <p:sp>
        <p:nvSpPr>
          <p:cNvPr id="10" name="Oval 9"/>
          <p:cNvSpPr/>
          <p:nvPr/>
        </p:nvSpPr>
        <p:spPr>
          <a:xfrm>
            <a:off x="2863869" y="4275341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A7</a:t>
            </a:r>
          </a:p>
        </p:txBody>
      </p:sp>
      <p:sp>
        <p:nvSpPr>
          <p:cNvPr id="11" name="Oval 10"/>
          <p:cNvSpPr/>
          <p:nvPr/>
        </p:nvSpPr>
        <p:spPr>
          <a:xfrm>
            <a:off x="2604107" y="3765530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A8</a:t>
            </a:r>
          </a:p>
        </p:txBody>
      </p:sp>
      <p:sp>
        <p:nvSpPr>
          <p:cNvPr id="12" name="Oval 11"/>
          <p:cNvSpPr/>
          <p:nvPr/>
        </p:nvSpPr>
        <p:spPr>
          <a:xfrm>
            <a:off x="2514600" y="3200400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A9</a:t>
            </a:r>
          </a:p>
        </p:txBody>
      </p:sp>
      <p:sp>
        <p:nvSpPr>
          <p:cNvPr id="13" name="Oval 12"/>
          <p:cNvSpPr/>
          <p:nvPr/>
        </p:nvSpPr>
        <p:spPr>
          <a:xfrm>
            <a:off x="2604107" y="2635269"/>
            <a:ext cx="457200" cy="45720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A10</a:t>
            </a:r>
          </a:p>
        </p:txBody>
      </p:sp>
      <p:sp>
        <p:nvSpPr>
          <p:cNvPr id="14" name="Oval 13"/>
          <p:cNvSpPr/>
          <p:nvPr/>
        </p:nvSpPr>
        <p:spPr>
          <a:xfrm>
            <a:off x="7721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T1</a:t>
            </a:r>
          </a:p>
        </p:txBody>
      </p:sp>
      <p:sp>
        <p:nvSpPr>
          <p:cNvPr id="15" name="Oval 14"/>
          <p:cNvSpPr/>
          <p:nvPr/>
        </p:nvSpPr>
        <p:spPr>
          <a:xfrm>
            <a:off x="18186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T2</a:t>
            </a:r>
          </a:p>
        </p:txBody>
      </p:sp>
      <p:sp>
        <p:nvSpPr>
          <p:cNvPr id="16" name="Oval 15"/>
          <p:cNvSpPr/>
          <p:nvPr/>
        </p:nvSpPr>
        <p:spPr>
          <a:xfrm>
            <a:off x="28651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T3</a:t>
            </a:r>
          </a:p>
        </p:txBody>
      </p:sp>
      <p:sp>
        <p:nvSpPr>
          <p:cNvPr id="17" name="Oval 16"/>
          <p:cNvSpPr/>
          <p:nvPr/>
        </p:nvSpPr>
        <p:spPr>
          <a:xfrm>
            <a:off x="391160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T4</a:t>
            </a:r>
          </a:p>
        </p:txBody>
      </p:sp>
      <p:sp>
        <p:nvSpPr>
          <p:cNvPr id="18" name="Oval 17"/>
          <p:cNvSpPr/>
          <p:nvPr/>
        </p:nvSpPr>
        <p:spPr>
          <a:xfrm>
            <a:off x="495808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T5</a:t>
            </a:r>
          </a:p>
        </p:txBody>
      </p:sp>
      <p:sp>
        <p:nvSpPr>
          <p:cNvPr id="19" name="Oval 18"/>
          <p:cNvSpPr/>
          <p:nvPr/>
        </p:nvSpPr>
        <p:spPr>
          <a:xfrm>
            <a:off x="600456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T6</a:t>
            </a:r>
          </a:p>
        </p:txBody>
      </p:sp>
      <p:sp>
        <p:nvSpPr>
          <p:cNvPr id="20" name="Oval 19"/>
          <p:cNvSpPr/>
          <p:nvPr/>
        </p:nvSpPr>
        <p:spPr>
          <a:xfrm>
            <a:off x="705104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T7</a:t>
            </a:r>
          </a:p>
        </p:txBody>
      </p:sp>
      <p:sp>
        <p:nvSpPr>
          <p:cNvPr id="21" name="Oval 20"/>
          <p:cNvSpPr/>
          <p:nvPr/>
        </p:nvSpPr>
        <p:spPr>
          <a:xfrm>
            <a:off x="8097520" y="914400"/>
            <a:ext cx="274320" cy="274320"/>
          </a:xfrm>
          <a:prstGeom prst="ellipse">
            <a:avLst/>
          </a:prstGeom>
          <a:solidFill>
            <a:srgbClr val="6495ED"/>
          </a:solidFill>
          <a:ln>
            <a:solidFill>
              <a:srgbClr val="19197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l">
              <a:defRPr sz="1200" b="1">
                <a:solidFill>
                  <a:srgbClr val="FFFFFF"/>
                </a:solidFill>
              </a:defRPr>
            </a:pPr>
            <a:r>
              <a:t>T8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