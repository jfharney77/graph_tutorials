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27621" y="1805245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3" name="Oval 2"/>
          <p:cNvSpPr/>
          <p:nvPr/>
        </p:nvSpPr>
        <p:spPr>
          <a:xfrm>
            <a:off x="5641547" y="272832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4" name="Oval 3"/>
          <p:cNvSpPr/>
          <p:nvPr/>
        </p:nvSpPr>
        <p:spPr>
          <a:xfrm>
            <a:off x="7378907" y="3094080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Oval 4"/>
          <p:cNvSpPr/>
          <p:nvPr/>
        </p:nvSpPr>
        <p:spPr>
          <a:xfrm>
            <a:off x="6431155" y="439854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6" name="Oval 5"/>
          <p:cNvSpPr/>
          <p:nvPr/>
        </p:nvSpPr>
        <p:spPr>
          <a:xfrm>
            <a:off x="4897660" y="3900287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7" name="Oval 6"/>
          <p:cNvSpPr/>
          <p:nvPr/>
        </p:nvSpPr>
        <p:spPr>
          <a:xfrm>
            <a:off x="4897660" y="2287874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8" name="Oval 7"/>
          <p:cNvSpPr/>
          <p:nvPr/>
        </p:nvSpPr>
        <p:spPr>
          <a:xfrm>
            <a:off x="6431155" y="178961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sp>
        <p:nvSpPr>
          <p:cNvPr id="9" name="Oval 8"/>
          <p:cNvSpPr/>
          <p:nvPr/>
        </p:nvSpPr>
        <p:spPr>
          <a:xfrm>
            <a:off x="4364981" y="2171005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A6</a:t>
            </a:r>
          </a:p>
        </p:txBody>
      </p:sp>
      <p:sp>
        <p:nvSpPr>
          <p:cNvPr id="10" name="Oval 9"/>
          <p:cNvSpPr/>
          <p:nvPr/>
        </p:nvSpPr>
        <p:spPr>
          <a:xfrm>
            <a:off x="3417229" y="3475474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A7</a:t>
            </a:r>
          </a:p>
        </p:txBody>
      </p:sp>
      <p:sp>
        <p:nvSpPr>
          <p:cNvPr id="11" name="Oval 10"/>
          <p:cNvSpPr/>
          <p:nvPr/>
        </p:nvSpPr>
        <p:spPr>
          <a:xfrm>
            <a:off x="1883733" y="297721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A8</a:t>
            </a:r>
          </a:p>
        </p:txBody>
      </p:sp>
      <p:sp>
        <p:nvSpPr>
          <p:cNvPr id="12" name="Oval 11"/>
          <p:cNvSpPr/>
          <p:nvPr/>
        </p:nvSpPr>
        <p:spPr>
          <a:xfrm>
            <a:off x="1883733" y="136479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A9</a:t>
            </a:r>
          </a:p>
        </p:txBody>
      </p:sp>
      <p:sp>
        <p:nvSpPr>
          <p:cNvPr id="13" name="Oval 12"/>
          <p:cNvSpPr/>
          <p:nvPr/>
        </p:nvSpPr>
        <p:spPr>
          <a:xfrm>
            <a:off x="3417229" y="866536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A10</a:t>
            </a:r>
          </a:p>
        </p:txBody>
      </p:sp>
      <p:sp>
        <p:nvSpPr>
          <p:cNvPr id="14" name="Oval 13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15" name="Oval 14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6" name="Oval 15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7" name="Oval 16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8" name="Oval 17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9" name="Oval 18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20" name="Oval 19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21" name="Oval 20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