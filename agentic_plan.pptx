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27621" y="1805245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Knowledge</a:t>
            </a:r>
          </a:p>
        </p:txBody>
      </p:sp>
      <p:sp>
        <p:nvSpPr>
          <p:cNvPr id="3" name="Oval 2"/>
          <p:cNvSpPr/>
          <p:nvPr/>
        </p:nvSpPr>
        <p:spPr>
          <a:xfrm>
            <a:off x="5641547" y="2728320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Personalization</a:t>
            </a:r>
          </a:p>
        </p:txBody>
      </p:sp>
      <p:sp>
        <p:nvSpPr>
          <p:cNvPr id="4" name="Oval 3"/>
          <p:cNvSpPr/>
          <p:nvPr/>
        </p:nvSpPr>
        <p:spPr>
          <a:xfrm>
            <a:off x="7378907" y="3094080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</a:t>
            </a:r>
          </a:p>
        </p:txBody>
      </p:sp>
      <p:sp>
        <p:nvSpPr>
          <p:cNvPr id="5" name="Oval 4"/>
          <p:cNvSpPr/>
          <p:nvPr/>
        </p:nvSpPr>
        <p:spPr>
          <a:xfrm>
            <a:off x="6431155" y="4398549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A2</a:t>
            </a:r>
          </a:p>
        </p:txBody>
      </p:sp>
      <p:sp>
        <p:nvSpPr>
          <p:cNvPr id="6" name="Oval 5"/>
          <p:cNvSpPr/>
          <p:nvPr/>
        </p:nvSpPr>
        <p:spPr>
          <a:xfrm>
            <a:off x="4897660" y="3900287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A3</a:t>
            </a:r>
          </a:p>
        </p:txBody>
      </p:sp>
      <p:sp>
        <p:nvSpPr>
          <p:cNvPr id="7" name="Oval 6"/>
          <p:cNvSpPr/>
          <p:nvPr/>
        </p:nvSpPr>
        <p:spPr>
          <a:xfrm>
            <a:off x="4897660" y="2287874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A4</a:t>
            </a:r>
          </a:p>
        </p:txBody>
      </p:sp>
      <p:sp>
        <p:nvSpPr>
          <p:cNvPr id="8" name="Oval 7"/>
          <p:cNvSpPr/>
          <p:nvPr/>
        </p:nvSpPr>
        <p:spPr>
          <a:xfrm>
            <a:off x="6431155" y="1789611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A5</a:t>
            </a:r>
          </a:p>
        </p:txBody>
      </p:sp>
      <p:sp>
        <p:nvSpPr>
          <p:cNvPr id="9" name="Oval 8"/>
          <p:cNvSpPr/>
          <p:nvPr/>
        </p:nvSpPr>
        <p:spPr>
          <a:xfrm>
            <a:off x="4364981" y="2171005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A6</a:t>
            </a:r>
          </a:p>
        </p:txBody>
      </p:sp>
      <p:sp>
        <p:nvSpPr>
          <p:cNvPr id="10" name="Oval 9"/>
          <p:cNvSpPr/>
          <p:nvPr/>
        </p:nvSpPr>
        <p:spPr>
          <a:xfrm>
            <a:off x="3417229" y="3475474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A7</a:t>
            </a:r>
          </a:p>
        </p:txBody>
      </p:sp>
      <p:sp>
        <p:nvSpPr>
          <p:cNvPr id="11" name="Oval 10"/>
          <p:cNvSpPr/>
          <p:nvPr/>
        </p:nvSpPr>
        <p:spPr>
          <a:xfrm>
            <a:off x="1883733" y="2977211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A8</a:t>
            </a:r>
          </a:p>
        </p:txBody>
      </p:sp>
      <p:sp>
        <p:nvSpPr>
          <p:cNvPr id="12" name="Oval 11"/>
          <p:cNvSpPr/>
          <p:nvPr/>
        </p:nvSpPr>
        <p:spPr>
          <a:xfrm>
            <a:off x="1883733" y="1364799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A9</a:t>
            </a:r>
          </a:p>
        </p:txBody>
      </p:sp>
      <p:sp>
        <p:nvSpPr>
          <p:cNvPr id="13" name="Oval 12"/>
          <p:cNvSpPr/>
          <p:nvPr/>
        </p:nvSpPr>
        <p:spPr>
          <a:xfrm>
            <a:off x="3417229" y="866536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A10</a:t>
            </a:r>
          </a:p>
        </p:txBody>
      </p:sp>
      <p:sp>
        <p:nvSpPr>
          <p:cNvPr id="14" name="Oval 13"/>
          <p:cNvSpPr/>
          <p:nvPr/>
        </p:nvSpPr>
        <p:spPr>
          <a:xfrm>
            <a:off x="7721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T1</a:t>
            </a:r>
          </a:p>
        </p:txBody>
      </p:sp>
      <p:sp>
        <p:nvSpPr>
          <p:cNvPr id="15" name="Oval 14"/>
          <p:cNvSpPr/>
          <p:nvPr/>
        </p:nvSpPr>
        <p:spPr>
          <a:xfrm>
            <a:off x="18186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T2</a:t>
            </a:r>
          </a:p>
        </p:txBody>
      </p:sp>
      <p:sp>
        <p:nvSpPr>
          <p:cNvPr id="16" name="Oval 15"/>
          <p:cNvSpPr/>
          <p:nvPr/>
        </p:nvSpPr>
        <p:spPr>
          <a:xfrm>
            <a:off x="28651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T3</a:t>
            </a:r>
          </a:p>
        </p:txBody>
      </p:sp>
      <p:sp>
        <p:nvSpPr>
          <p:cNvPr id="17" name="Oval 16"/>
          <p:cNvSpPr/>
          <p:nvPr/>
        </p:nvSpPr>
        <p:spPr>
          <a:xfrm>
            <a:off x="391160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T4</a:t>
            </a:r>
          </a:p>
        </p:txBody>
      </p:sp>
      <p:sp>
        <p:nvSpPr>
          <p:cNvPr id="18" name="Oval 17"/>
          <p:cNvSpPr/>
          <p:nvPr/>
        </p:nvSpPr>
        <p:spPr>
          <a:xfrm>
            <a:off x="495808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T5</a:t>
            </a:r>
          </a:p>
        </p:txBody>
      </p:sp>
      <p:sp>
        <p:nvSpPr>
          <p:cNvPr id="19" name="Oval 18"/>
          <p:cNvSpPr/>
          <p:nvPr/>
        </p:nvSpPr>
        <p:spPr>
          <a:xfrm>
            <a:off x="60045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T6</a:t>
            </a:r>
          </a:p>
        </p:txBody>
      </p:sp>
      <p:sp>
        <p:nvSpPr>
          <p:cNvPr id="20" name="Oval 19"/>
          <p:cNvSpPr/>
          <p:nvPr/>
        </p:nvSpPr>
        <p:spPr>
          <a:xfrm>
            <a:off x="70510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T7</a:t>
            </a:r>
          </a:p>
        </p:txBody>
      </p:sp>
      <p:sp>
        <p:nvSpPr>
          <p:cNvPr id="21" name="Oval 20"/>
          <p:cNvSpPr/>
          <p:nvPr/>
        </p:nvSpPr>
        <p:spPr>
          <a:xfrm>
            <a:off x="80975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T8</a:t>
            </a:r>
          </a:p>
        </p:txBody>
      </p:sp>
      <p:sp>
        <p:nvSpPr>
          <p:cNvPr id="22" name="Oval 21"/>
          <p:cNvSpPr/>
          <p:nvPr/>
        </p:nvSpPr>
        <p:spPr>
          <a:xfrm>
            <a:off x="2513311" y="1690935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70461" y="1748085"/>
            <a:ext cx="5715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27237" y="261401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264597" y="297977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1747" y="3036920"/>
            <a:ext cx="5715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16845" y="4284239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73995" y="4341389"/>
            <a:ext cx="5715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783350" y="3785977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40500" y="3843127"/>
            <a:ext cx="5715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83350" y="2173564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16845" y="1675301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250671" y="2056695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07821" y="2113845"/>
            <a:ext cx="5715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02919" y="3361164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769423" y="2862901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769423" y="1250489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302919" y="752226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60069" y="809376"/>
            <a:ext cx="5715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785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7850" y="857240"/>
            <a:ext cx="11430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70433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704330" y="857240"/>
            <a:ext cx="11430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75081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9729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84377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9025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93673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98321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