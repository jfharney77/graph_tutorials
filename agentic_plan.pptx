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133600" y="2743200"/>
            <a:ext cx="1371600" cy="137160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Knowledge</a:t>
            </a:r>
          </a:p>
        </p:txBody>
      </p:sp>
      <p:sp>
        <p:nvSpPr>
          <p:cNvPr id="3" name="Oval 2"/>
          <p:cNvSpPr/>
          <p:nvPr/>
        </p:nvSpPr>
        <p:spPr>
          <a:xfrm>
            <a:off x="5638800" y="2743200"/>
            <a:ext cx="1371600" cy="137160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Personalization</a:t>
            </a:r>
          </a:p>
        </p:txBody>
      </p:sp>
      <p:sp>
        <p:nvSpPr>
          <p:cNvPr id="4" name="Oval 3"/>
          <p:cNvSpPr/>
          <p:nvPr/>
        </p:nvSpPr>
        <p:spPr>
          <a:xfrm>
            <a:off x="5200721" y="4702927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A1</a:t>
            </a:r>
          </a:p>
        </p:txBody>
      </p:sp>
      <p:sp>
        <p:nvSpPr>
          <p:cNvPr id="5" name="Oval 4"/>
          <p:cNvSpPr/>
          <p:nvPr/>
        </p:nvSpPr>
        <p:spPr>
          <a:xfrm>
            <a:off x="4596692" y="4914768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A2</a:t>
            </a:r>
          </a:p>
        </p:txBody>
      </p:sp>
      <p:sp>
        <p:nvSpPr>
          <p:cNvPr id="6" name="Oval 5"/>
          <p:cNvSpPr/>
          <p:nvPr/>
        </p:nvSpPr>
        <p:spPr>
          <a:xfrm>
            <a:off x="3845013" y="4891908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A3</a:t>
            </a:r>
          </a:p>
        </p:txBody>
      </p:sp>
      <p:sp>
        <p:nvSpPr>
          <p:cNvPr id="7" name="Oval 6"/>
          <p:cNvSpPr/>
          <p:nvPr/>
        </p:nvSpPr>
        <p:spPr>
          <a:xfrm>
            <a:off x="3111721" y="4538773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A4</a:t>
            </a:r>
          </a:p>
        </p:txBody>
      </p:sp>
      <p:sp>
        <p:nvSpPr>
          <p:cNvPr id="8" name="Oval 7"/>
          <p:cNvSpPr/>
          <p:nvPr/>
        </p:nvSpPr>
        <p:spPr>
          <a:xfrm>
            <a:off x="77216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T1</a:t>
            </a:r>
          </a:p>
        </p:txBody>
      </p:sp>
      <p:sp>
        <p:nvSpPr>
          <p:cNvPr id="9" name="Oval 8"/>
          <p:cNvSpPr/>
          <p:nvPr/>
        </p:nvSpPr>
        <p:spPr>
          <a:xfrm>
            <a:off x="181864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T2</a:t>
            </a:r>
          </a:p>
        </p:txBody>
      </p:sp>
      <p:sp>
        <p:nvSpPr>
          <p:cNvPr id="10" name="Oval 9"/>
          <p:cNvSpPr/>
          <p:nvPr/>
        </p:nvSpPr>
        <p:spPr>
          <a:xfrm>
            <a:off x="286512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T3</a:t>
            </a:r>
          </a:p>
        </p:txBody>
      </p:sp>
      <p:sp>
        <p:nvSpPr>
          <p:cNvPr id="11" name="Oval 10"/>
          <p:cNvSpPr/>
          <p:nvPr/>
        </p:nvSpPr>
        <p:spPr>
          <a:xfrm>
            <a:off x="391160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T4</a:t>
            </a:r>
          </a:p>
        </p:txBody>
      </p:sp>
      <p:sp>
        <p:nvSpPr>
          <p:cNvPr id="12" name="Oval 11"/>
          <p:cNvSpPr/>
          <p:nvPr/>
        </p:nvSpPr>
        <p:spPr>
          <a:xfrm>
            <a:off x="495808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T5</a:t>
            </a:r>
          </a:p>
        </p:txBody>
      </p:sp>
      <p:sp>
        <p:nvSpPr>
          <p:cNvPr id="13" name="Oval 12"/>
          <p:cNvSpPr/>
          <p:nvPr/>
        </p:nvSpPr>
        <p:spPr>
          <a:xfrm>
            <a:off x="600456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T6</a:t>
            </a:r>
          </a:p>
        </p:txBody>
      </p:sp>
      <p:sp>
        <p:nvSpPr>
          <p:cNvPr id="14" name="Oval 13"/>
          <p:cNvSpPr/>
          <p:nvPr/>
        </p:nvSpPr>
        <p:spPr>
          <a:xfrm>
            <a:off x="705104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T7</a:t>
            </a:r>
          </a:p>
        </p:txBody>
      </p:sp>
      <p:sp>
        <p:nvSpPr>
          <p:cNvPr id="15" name="Oval 14"/>
          <p:cNvSpPr/>
          <p:nvPr/>
        </p:nvSpPr>
        <p:spPr>
          <a:xfrm>
            <a:off x="809752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T8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5793489" y="4855490"/>
            <a:ext cx="17" cy="10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202389" y="4805869"/>
            <a:ext cx="563411" cy="284629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2019290" y="2628890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076440" y="2686040"/>
            <a:ext cx="57150" cy="571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524490" y="2628890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086411" y="4588617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43561" y="4645767"/>
            <a:ext cx="57150" cy="571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82382" y="4800458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39532" y="4857608"/>
            <a:ext cx="57150" cy="571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730703" y="4777598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87853" y="4834748"/>
            <a:ext cx="57150" cy="571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997411" y="4424463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7850" y="800090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7850" y="857240"/>
            <a:ext cx="114300" cy="571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704330" y="800090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04330" y="857240"/>
            <a:ext cx="114300" cy="571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0810" y="800090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797290" y="800090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843770" y="800090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890250" y="800090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936730" y="800090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983210" y="800090"/>
            <a:ext cx="114300" cy="114300"/>
          </a:xfrm>
          <a:prstGeom prst="ellipse">
            <a:avLst/>
          </a:prstGeom>
          <a:noFill/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