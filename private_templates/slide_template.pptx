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03" r:id="rId2"/>
    <p:sldMasterId id="2147483743" r:id="rId3"/>
  </p:sldMasterIdLst>
  <p:notesMasterIdLst>
    <p:notesMasterId r:id="rId11"/>
  </p:notesMasterIdLst>
  <p:sldIdLst>
    <p:sldId id="2147483646" r:id="rId4"/>
    <p:sldId id="287" r:id="rId5"/>
    <p:sldId id="317" r:id="rId6"/>
    <p:sldId id="263" r:id="rId7"/>
    <p:sldId id="286" r:id="rId8"/>
    <p:sldId id="274" r:id="rId9"/>
    <p:sldId id="214748364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12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tableStyles" Target="tableStyle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1AF2F9-2357-43C9-A879-2E6A1C7E0ABE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FBBA1B-B066-4F25-8FE7-D563CA448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1311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FBC91-937B-816D-ECFF-B7B76E879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A2F873-EA71-B551-5E7E-5EB9BAC555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271ECC-E744-B3F0-75D3-A2320577B3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Next steps:</a:t>
            </a:r>
            <a:br>
              <a:rPr lang="en-US"/>
            </a:br>
            <a:r>
              <a:rPr lang="en-US" b="1"/>
              <a:t>Gap Analyst – </a:t>
            </a:r>
          </a:p>
          <a:p>
            <a:pPr marL="171450" indent="-171450">
              <a:buFontTx/>
              <a:buChar char="-"/>
            </a:pPr>
            <a:r>
              <a:rPr lang="en-US"/>
              <a:t>Business </a:t>
            </a:r>
          </a:p>
          <a:p>
            <a:pPr marL="628650" lvl="1" indent="-171450">
              <a:buFontTx/>
              <a:buChar char="-"/>
            </a:pPr>
            <a:r>
              <a:rPr lang="en-US"/>
              <a:t>what team can best leverage gap analyst and what benefit (CSG)</a:t>
            </a:r>
          </a:p>
          <a:p>
            <a:pPr marL="628650" lvl="1" indent="-171450">
              <a:buFontTx/>
              <a:buChar char="-"/>
            </a:pPr>
            <a:r>
              <a:rPr lang="en-US"/>
              <a:t>Have not started ISG side</a:t>
            </a:r>
          </a:p>
          <a:p>
            <a:pPr marL="628650" lvl="1" indent="-171450">
              <a:buFontTx/>
              <a:buChar char="-"/>
            </a:pPr>
            <a:r>
              <a:rPr lang="en-US"/>
              <a:t>This is all requirements gathering</a:t>
            </a:r>
          </a:p>
          <a:p>
            <a:pPr marL="628650" lvl="1" indent="-171450">
              <a:buFontTx/>
              <a:buChar char="-"/>
            </a:pPr>
            <a:r>
              <a:rPr lang="en-US"/>
              <a:t>Dates:</a:t>
            </a:r>
          </a:p>
          <a:p>
            <a:pPr marL="1085850" lvl="2" indent="-171450">
              <a:buFontTx/>
              <a:buChar char="-"/>
            </a:pPr>
            <a:r>
              <a:rPr lang="en-US"/>
              <a:t>CSG: Before Xmas (what team will benefit identification)</a:t>
            </a:r>
          </a:p>
          <a:p>
            <a:pPr marL="1085850" lvl="2" indent="-171450">
              <a:buFontTx/>
              <a:buChar char="-"/>
            </a:pPr>
            <a:r>
              <a:rPr lang="en-US"/>
              <a:t>ISG: End Jan (what team will benefit ++ how gap analysts should optimally work in ISG space)</a:t>
            </a:r>
          </a:p>
          <a:p>
            <a:pPr marL="171450" lvl="0" indent="-171450">
              <a:buFontTx/>
              <a:buChar char="-"/>
            </a:pPr>
            <a:r>
              <a:rPr lang="en-US"/>
              <a:t>Tech</a:t>
            </a:r>
          </a:p>
          <a:p>
            <a:pPr marL="628650" lvl="1" indent="-171450">
              <a:buFontTx/>
              <a:buChar char="-"/>
            </a:pPr>
            <a:r>
              <a:rPr lang="en-US"/>
              <a:t>Even if questions are answered from business, how to map to CAPPS (issues -&gt; products).  Jim created a mapping manually, but not sustainable long term.  TCD (not based on tax, but completely different list, using own tags by Kaushik).  Another manual mapping.  TCD -&gt; (concepts in Kaushik list).</a:t>
            </a:r>
          </a:p>
          <a:p>
            <a:pPr marL="1085850" lvl="2" indent="-171450">
              <a:buFontTx/>
              <a:buChar char="-"/>
            </a:pPr>
            <a:r>
              <a:rPr lang="en-US"/>
              <a:t>Must move from manual tags to CAPPS tagging.  </a:t>
            </a:r>
          </a:p>
          <a:p>
            <a:pPr marL="1085850" lvl="2" indent="-171450">
              <a:buFontTx/>
              <a:buChar char="-"/>
            </a:pPr>
            <a:r>
              <a:rPr lang="en-US"/>
              <a:t>CAPPS tax -&gt; TCD (don’t know when this will be done even if it is in roadmap)</a:t>
            </a:r>
          </a:p>
          <a:p>
            <a:pPr marL="628650" lvl="1" indent="-171450">
              <a:buFontTx/>
              <a:buChar char="-"/>
            </a:pPr>
            <a:r>
              <a:rPr lang="en-US"/>
              <a:t>Need a live search of case logs with embedding (Redis) – might want to use embeddings from NBA (Tim/Jason’s case management extractor)</a:t>
            </a:r>
          </a:p>
          <a:p>
            <a:pPr marL="628650" lvl="1" indent="-171450">
              <a:buFontTx/>
              <a:buChar char="-"/>
            </a:pPr>
            <a:r>
              <a:rPr lang="en-US"/>
              <a:t>In reality, the action to fetch case/video will be from knowledge retriever.  Need knowledge retriever to assess the backend process.  GAP analyst agent and knowledge retriever agent needs a distinct division</a:t>
            </a:r>
          </a:p>
          <a:p>
            <a:pPr marL="628650" lvl="1" indent="-171450">
              <a:buFontTx/>
              <a:buChar char="-"/>
            </a:pPr>
            <a:r>
              <a:rPr lang="en-US"/>
              <a:t>Article draft creation service/tool is in the works.   </a:t>
            </a:r>
          </a:p>
          <a:p>
            <a:pPr marL="628650" lvl="1" indent="-171450">
              <a:buFontTx/>
              <a:buChar char="-"/>
            </a:pPr>
            <a:endParaRPr lang="en-US"/>
          </a:p>
          <a:p>
            <a:pPr marL="457200" lvl="1" indent="0">
              <a:buFontTx/>
              <a:buNone/>
            </a:pPr>
            <a:endParaRPr lang="en-US"/>
          </a:p>
          <a:p>
            <a:pPr marL="457200" lvl="1" indent="0">
              <a:buFontTx/>
              <a:buNone/>
            </a:pPr>
            <a:r>
              <a:rPr lang="en-US" b="1"/>
              <a:t>Knowledge Executor (CSG)</a:t>
            </a:r>
          </a:p>
          <a:p>
            <a:pPr marL="628650" lvl="1" indent="-171450">
              <a:buFontTx/>
              <a:buChar char="-"/>
            </a:pPr>
            <a:r>
              <a:rPr lang="en-US"/>
              <a:t>Need to get business to identify where to deploy capability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/>
              <a:t>Security / feasibility piece – is it allowed to access users laptop / agent cannot run on users laptop</a:t>
            </a:r>
          </a:p>
          <a:p>
            <a:pPr marL="457200" lvl="1" indent="0">
              <a:buFontTx/>
              <a:buNone/>
            </a:pPr>
            <a:endParaRPr lang="en-US"/>
          </a:p>
          <a:p>
            <a:pPr marL="457200" lvl="1" indent="0">
              <a:buFontTx/>
              <a:buNone/>
            </a:pPr>
            <a:endParaRPr lang="en-US"/>
          </a:p>
          <a:p>
            <a:pPr marL="457200" lvl="1" indent="0">
              <a:buFontTx/>
              <a:buNone/>
            </a:pPr>
            <a:endParaRPr lang="en-US"/>
          </a:p>
          <a:p>
            <a:pPr marL="457200" lvl="1" indent="0">
              <a:buFontTx/>
              <a:buNone/>
            </a:pPr>
            <a:endParaRPr lang="en-US"/>
          </a:p>
          <a:p>
            <a:pPr marL="457200" lvl="1" indent="0">
              <a:buFontTx/>
              <a:buNone/>
            </a:pPr>
            <a:endParaRPr lang="en-US"/>
          </a:p>
          <a:p>
            <a:pPr marL="457200" lvl="1" indent="0">
              <a:buFontTx/>
              <a:buNone/>
            </a:pPr>
            <a:r>
              <a:rPr lang="en-US"/>
              <a:t>(</a:t>
            </a:r>
            <a:r>
              <a:rPr lang="en-US" err="1"/>
              <a:t>edgeserve</a:t>
            </a:r>
            <a:r>
              <a:rPr lang="en-US"/>
              <a:t> – wait a couple of weeks)</a:t>
            </a:r>
          </a:p>
          <a:p>
            <a:pPr marL="628650" lvl="1" indent="-171450">
              <a:buFontTx/>
              <a:buChar char="-"/>
            </a:pPr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30605A-5DC4-8EAC-B912-F25A5133B1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FBBA1B-B066-4F25-8FE7-D563CA448A4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9172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C745E-FF82-AE3C-4821-1321DF0B6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782F8D-08C0-086F-5457-D2C26E6D27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141390-B92B-64BA-3216-A4076F6022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5678AC-5B75-5201-0A7C-EB88F19DC7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FBBA1B-B066-4F25-8FE7-D563CA448A4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4476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CD04D-8349-6F33-1760-43BCF16EE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D2DC68-6E36-8429-FFA3-EE3C567D9E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AD57D8-7654-C573-ED63-8D53F02ECD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Version 0 of knowledge executor agent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E5CB67-5F5F-10B2-F6E3-03BA856B59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FBBA1B-B066-4F25-8FE7-D563CA448A4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5988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B790E-EC26-236E-FF29-449FA5846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2D1F4B-DED9-7AF7-F696-98D5F7928B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9E79DE-A058-F21B-9833-CA75ECE35A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Version 0 of knowledge executor agent</a:t>
            </a:r>
          </a:p>
          <a:p>
            <a:endParaRPr lang="en-US"/>
          </a:p>
          <a:p>
            <a:r>
              <a:rPr lang="en-US"/>
              <a:t>3 streams of discussions:</a:t>
            </a:r>
          </a:p>
          <a:p>
            <a:r>
              <a:rPr lang="en-US"/>
              <a:t>1 – </a:t>
            </a:r>
            <a:r>
              <a:rPr lang="en-US" err="1"/>
              <a:t>Gautum’s</a:t>
            </a:r>
            <a:r>
              <a:rPr lang="en-US"/>
              <a:t> team – NBA integration with troubleshooting</a:t>
            </a:r>
          </a:p>
          <a:p>
            <a:endParaRPr lang="en-US"/>
          </a:p>
          <a:p>
            <a:r>
              <a:rPr lang="en-US"/>
              <a:t>2 – </a:t>
            </a:r>
            <a:r>
              <a:rPr lang="en-US" err="1"/>
              <a:t>Sakshi’t</a:t>
            </a:r>
            <a:r>
              <a:rPr lang="en-US"/>
              <a:t> team / Chris Caroll</a:t>
            </a:r>
          </a:p>
          <a:p>
            <a:endParaRPr lang="en-US"/>
          </a:p>
          <a:p>
            <a:r>
              <a:rPr lang="en-US"/>
              <a:t>3 – VA team / Rich + King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B2B075-19F3-F7BE-9A13-3DCAD3C777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FBBA1B-B066-4F25-8FE7-D563CA448A4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083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4" Type="http://schemas.openxmlformats.org/officeDocument/2006/relationships/image" Target="../media/image1.emf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A49A41B-9CF1-4CD6-B1E3-F736C63833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0"/>
            <a:ext cx="2743200" cy="356618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A67014B0-AEAB-4CC8-BCED-661FF1CA27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4204926"/>
            <a:ext cx="7971108" cy="7239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5D8143-A159-4278-916B-DB3850ADE7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3429001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F5323D-6831-4D66-AAB2-4C1920E06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738314"/>
            <a:ext cx="7969282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776007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A49A41B-9CF1-4CD6-B1E3-F736C63833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0"/>
            <a:ext cx="2743200" cy="356618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A67014B0-AEAB-4CC8-BCED-661FF1CA27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4204926"/>
            <a:ext cx="7971108" cy="7239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5D8143-A159-4278-916B-DB3850ADE7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3429001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F5323D-6831-4D66-AAB2-4C1920E06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738314"/>
            <a:ext cx="7969282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5F8FF"/>
                </a:solidFill>
                <a:effectLst>
                  <a:glow rad="127000">
                    <a:srgbClr val="0D32A4"/>
                  </a:glow>
                </a:effectLst>
                <a:latin typeface="Arial Nova Light" panose="020B0304020202020204" pitchFamily="34" charset="0"/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148104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D95DA-6F2D-4DB9-A4B6-50D3D1C65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759" y="5090336"/>
            <a:ext cx="9715500" cy="747896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lnSpc>
                <a:spcPct val="90000"/>
              </a:lnSpc>
              <a:defRPr sz="540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487A85-65B5-4371-833A-AD6EFF69F5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E00A8F-8F29-4705-8469-E9075A8C1B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43900" y="914400"/>
            <a:ext cx="3467100" cy="25146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chemeClr val="bg1"/>
              </a:buClr>
              <a:defRPr sz="2000">
                <a:solidFill>
                  <a:schemeClr val="tx2"/>
                </a:solidFill>
              </a:defRPr>
            </a:lvl1pPr>
            <a:lvl2pPr marL="741371" indent="-284166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Arial" panose="020B0604020202020204" pitchFamily="34" charset="0"/>
              <a:buChar char="–"/>
              <a:defRPr sz="1800">
                <a:solidFill>
                  <a:schemeClr val="tx2"/>
                </a:solidFill>
              </a:defRPr>
            </a:lvl2pPr>
            <a:lvl3pPr marL="1142982" indent="-228597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</a:defRPr>
            </a:lvl3pPr>
            <a:lvl4pPr>
              <a:defRPr sz="1600">
                <a:solidFill>
                  <a:schemeClr val="tx2"/>
                </a:solidFill>
              </a:defRPr>
            </a:lvl4pPr>
            <a:lvl5pPr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679019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43402"/>
            <a:ext cx="8027894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B0BFDB-C4BC-4E6F-8090-A00E82B41E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F30D4F-5FE4-4AA6-812B-A00AFC9811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800" y="349478"/>
            <a:ext cx="7315201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94" indent="0">
              <a:buNone/>
              <a:defRPr/>
            </a:lvl2pPr>
            <a:lvl3pPr marL="914386" indent="0">
              <a:buNone/>
              <a:defRPr/>
            </a:lvl3pPr>
            <a:lvl4pPr marL="1371579" indent="0">
              <a:buNone/>
              <a:defRPr/>
            </a:lvl4pPr>
            <a:lvl5pPr marL="182877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372554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7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blue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595505"/>
            <a:ext cx="4457700" cy="2243691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B0BFDB-C4BC-4E6F-8090-A00E82B41E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F30D4F-5FE4-4AA6-812B-A00AFC9811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800" y="349478"/>
            <a:ext cx="3771901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94" indent="0">
              <a:buNone/>
              <a:defRPr/>
            </a:lvl2pPr>
            <a:lvl3pPr marL="914386" indent="0">
              <a:buNone/>
              <a:defRPr/>
            </a:lvl3pPr>
            <a:lvl4pPr marL="1371579" indent="0">
              <a:buNone/>
              <a:defRPr/>
            </a:lvl4pPr>
            <a:lvl5pPr marL="182877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7708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7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 bar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801185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E5F8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0" y="400052"/>
            <a:ext cx="8343900" cy="58293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83" indent="-152398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76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70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1" y="2514601"/>
            <a:ext cx="2286000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rgbClr val="80C7FB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1290106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 bar blue w ph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801185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E5F8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80C7FB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1" y="2514601"/>
            <a:ext cx="2286000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rgbClr val="80C7FB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8FAF2F2-81F0-496C-EB9C-AD35CB49960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09900" y="0"/>
            <a:ext cx="9182100" cy="685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6524892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bar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2370DD2-DBFE-499C-8B5D-257216661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2483" y="800101"/>
            <a:ext cx="3999017" cy="8863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F25C9EF-E3D6-4E9D-83B4-E16E0BAD9154}"/>
              </a:ext>
            </a:extLst>
          </p:cNvPr>
          <p:cNvSpPr>
            <a:spLocks noGrp="1" noChangeAspect="1"/>
          </p:cNvSpPr>
          <p:nvPr>
            <p:ph sz="quarter" idx="11"/>
          </p:nvPr>
        </p:nvSpPr>
        <p:spPr>
          <a:xfrm>
            <a:off x="4438651" y="2228852"/>
            <a:ext cx="3314700" cy="3314700"/>
          </a:xfrm>
          <a:prstGeom prst="rect">
            <a:avLst/>
          </a:prstGeom>
          <a:solidFill>
            <a:srgbClr val="E5F8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CC9ADC35-0177-4D0A-A2B4-6BE8CB97A65E}"/>
              </a:ext>
            </a:extLst>
          </p:cNvPr>
          <p:cNvSpPr>
            <a:spLocks noGrp="1" noChangeAspect="1"/>
          </p:cNvSpPr>
          <p:nvPr>
            <p:ph sz="quarter" idx="12"/>
          </p:nvPr>
        </p:nvSpPr>
        <p:spPr>
          <a:xfrm>
            <a:off x="552450" y="2228852"/>
            <a:ext cx="3314700" cy="3314700"/>
          </a:xfrm>
          <a:prstGeom prst="rect">
            <a:avLst/>
          </a:prstGeom>
          <a:solidFill>
            <a:srgbClr val="E5F8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11">
            <a:extLst>
              <a:ext uri="{FF2B5EF4-FFF2-40B4-BE49-F238E27FC236}">
                <a16:creationId xmlns:a16="http://schemas.microsoft.com/office/drawing/2014/main" id="{887CCC8C-1CBB-4FA5-AC41-F8CE31E2C100}"/>
              </a:ext>
            </a:extLst>
          </p:cNvPr>
          <p:cNvSpPr>
            <a:spLocks noGrp="1" noChangeAspect="1"/>
          </p:cNvSpPr>
          <p:nvPr>
            <p:ph sz="quarter" idx="13"/>
          </p:nvPr>
        </p:nvSpPr>
        <p:spPr>
          <a:xfrm>
            <a:off x="8324850" y="2228852"/>
            <a:ext cx="3314700" cy="3314700"/>
          </a:xfrm>
          <a:prstGeom prst="rect">
            <a:avLst/>
          </a:prstGeom>
          <a:solidFill>
            <a:srgbClr val="E5F8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E98A6F-4362-4A68-979C-B344868D9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33480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D95DA-6F2D-4DB9-A4B6-50D3D1C65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556" y="3438305"/>
            <a:ext cx="9201150" cy="2676747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90000"/>
              </a:lnSpc>
              <a:defRPr sz="540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487A85-65B5-4371-833A-AD6EFF69F5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6CBAE8D-A442-4706-952E-6CCFA561B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98556" y="2914652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159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bar w/pattern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800100"/>
            <a:ext cx="4800600" cy="88639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lang="en-US" sz="3200" dirty="0">
                <a:solidFill>
                  <a:schemeClr val="tx2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61E767C-1F50-4D42-AF6A-E15CED75F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37445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bar w/photo half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EADD02D-4E86-18B9-EC0D-5EFAF43C6BBB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0D32A4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6F27EC7-A1F5-878A-4E9C-42D9EE7F3BF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3429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033FDC-55EF-42E8-40A1-2BDB05C18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3829052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6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569" y="4229100"/>
            <a:ext cx="4800600" cy="88639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lang="en-US" sz="3200" dirty="0">
                <a:solidFill>
                  <a:schemeClr val="tx2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22707C3E-AA17-F74E-2CC0-F61663C5E36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1" y="3829050"/>
            <a:ext cx="5715000" cy="23431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0">
                <a:solidFill>
                  <a:schemeClr val="tx2"/>
                </a:solidFill>
              </a:defRPr>
            </a:lvl1pPr>
            <a:lvl2pPr marL="228597" indent="-228597">
              <a:lnSpc>
                <a:spcPct val="100000"/>
              </a:lnSpc>
              <a:spcBef>
                <a:spcPts val="1200"/>
              </a:spcBef>
              <a:buClr>
                <a:srgbClr val="80C7FB"/>
              </a:buClr>
              <a:buFont typeface="Arial" panose="020B0604020202020204" pitchFamily="34" charset="0"/>
              <a:buChar char="•"/>
              <a:defRPr sz="1600" b="0">
                <a:solidFill>
                  <a:schemeClr val="tx2"/>
                </a:solidFill>
              </a:defRPr>
            </a:lvl2pPr>
            <a:lvl3pPr marL="685790" indent="-228597">
              <a:lnSpc>
                <a:spcPct val="100000"/>
              </a:lnSpc>
              <a:spcBef>
                <a:spcPts val="600"/>
              </a:spcBef>
              <a:buClr>
                <a:srgbClr val="80C7FB"/>
              </a:buClr>
              <a:buFont typeface="Arial" panose="020B0604020202020204" pitchFamily="34" charset="0"/>
              <a:buChar char="–"/>
              <a:defRPr sz="1200" b="0">
                <a:solidFill>
                  <a:schemeClr val="tx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7EC10F5B-4C21-AEA3-115E-942A040690DC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5600701"/>
            <a:ext cx="4800600" cy="5715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800">
                <a:solidFill>
                  <a:srgbClr val="80C7FB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0740385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gre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43402"/>
            <a:ext cx="8001000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4FFD6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8AEE0513-2CC5-4407-B582-332F61D61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35CD5C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08" name="Text Placeholder 2">
            <a:extLst>
              <a:ext uri="{FF2B5EF4-FFF2-40B4-BE49-F238E27FC236}">
                <a16:creationId xmlns:a16="http://schemas.microsoft.com/office/drawing/2014/main" id="{581EB6DF-C2AD-463C-A014-FD1AA6D95B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800" y="349478"/>
            <a:ext cx="7315201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94" indent="0">
              <a:buNone/>
              <a:defRPr/>
            </a:lvl2pPr>
            <a:lvl3pPr marL="914386" indent="0">
              <a:buNone/>
              <a:defRPr/>
            </a:lvl3pPr>
            <a:lvl4pPr marL="1371579" indent="0">
              <a:buNone/>
              <a:defRPr/>
            </a:lvl4pPr>
            <a:lvl5pPr marL="182877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6511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green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  <a:effectLst/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43402"/>
            <a:ext cx="5715000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4FFD6"/>
                </a:solidFill>
                <a:effectLst>
                  <a:glow rad="127000">
                    <a:srgbClr val="247554"/>
                  </a:glow>
                </a:effectLst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8AEE0513-2CC5-4407-B582-332F61D61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37CC5C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08" name="Text Placeholder 2">
            <a:extLst>
              <a:ext uri="{FF2B5EF4-FFF2-40B4-BE49-F238E27FC236}">
                <a16:creationId xmlns:a16="http://schemas.microsoft.com/office/drawing/2014/main" id="{581EB6DF-C2AD-463C-A014-FD1AA6D95B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800" y="349478"/>
            <a:ext cx="7315201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94" indent="0">
              <a:buNone/>
              <a:defRPr/>
            </a:lvl2pPr>
            <a:lvl3pPr marL="914386" indent="0">
              <a:buNone/>
              <a:defRPr/>
            </a:lvl3pPr>
            <a:lvl4pPr marL="1371579" indent="0">
              <a:buNone/>
              <a:defRPr/>
            </a:lvl4pPr>
            <a:lvl5pPr marL="182877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45323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 bar gre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800101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E4FFD6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0" y="400052"/>
            <a:ext cx="8382000" cy="58293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83" indent="-152398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76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70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9FFF99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1" y="2514601"/>
            <a:ext cx="2286000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rgbClr val="9FFF99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5938736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 bar green w/ph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800101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E4FFD6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9FFF99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1" y="2514601"/>
            <a:ext cx="2286000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rgbClr val="9FFF99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FF4B414-00F5-1172-09E9-197EF6C8CF8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09900" y="0"/>
            <a:ext cx="9182100" cy="685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5848344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bar gree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17DF1CB-5F39-48E0-B2DB-764E018FDB2D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244739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bg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2" y="800101"/>
            <a:ext cx="4000500" cy="8863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F25C9EF-E3D6-4E9D-83B4-E16E0BAD9154}"/>
              </a:ext>
            </a:extLst>
          </p:cNvPr>
          <p:cNvSpPr>
            <a:spLocks noGrp="1" noChangeAspect="1"/>
          </p:cNvSpPr>
          <p:nvPr>
            <p:ph sz="quarter" idx="11"/>
          </p:nvPr>
        </p:nvSpPr>
        <p:spPr>
          <a:xfrm>
            <a:off x="4438651" y="2228852"/>
            <a:ext cx="3314700" cy="3314700"/>
          </a:xfrm>
          <a:prstGeom prst="rect">
            <a:avLst/>
          </a:prstGeom>
          <a:solidFill>
            <a:srgbClr val="E4FFD6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CC9ADC35-0177-4D0A-A2B4-6BE8CB97A65E}"/>
              </a:ext>
            </a:extLst>
          </p:cNvPr>
          <p:cNvSpPr>
            <a:spLocks noGrp="1" noChangeAspect="1"/>
          </p:cNvSpPr>
          <p:nvPr>
            <p:ph sz="quarter" idx="12"/>
          </p:nvPr>
        </p:nvSpPr>
        <p:spPr>
          <a:xfrm>
            <a:off x="552450" y="2228852"/>
            <a:ext cx="3314700" cy="3314700"/>
          </a:xfrm>
          <a:prstGeom prst="rect">
            <a:avLst/>
          </a:prstGeom>
          <a:solidFill>
            <a:srgbClr val="E4FFD6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11">
            <a:extLst>
              <a:ext uri="{FF2B5EF4-FFF2-40B4-BE49-F238E27FC236}">
                <a16:creationId xmlns:a16="http://schemas.microsoft.com/office/drawing/2014/main" id="{887CCC8C-1CBB-4FA5-AC41-F8CE31E2C100}"/>
              </a:ext>
            </a:extLst>
          </p:cNvPr>
          <p:cNvSpPr>
            <a:spLocks noGrp="1" noChangeAspect="1"/>
          </p:cNvSpPr>
          <p:nvPr>
            <p:ph sz="quarter" idx="13"/>
          </p:nvPr>
        </p:nvSpPr>
        <p:spPr>
          <a:xfrm>
            <a:off x="8324850" y="2228852"/>
            <a:ext cx="3314700" cy="3314700"/>
          </a:xfrm>
          <a:prstGeom prst="rect">
            <a:avLst/>
          </a:prstGeom>
          <a:solidFill>
            <a:srgbClr val="E4FFD6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70C93A-C784-4B2F-A8F0-B35D5DE9A5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35CD5C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80641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gree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D95DA-6F2D-4DB9-A4B6-50D3D1C65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662" y="3438305"/>
            <a:ext cx="9201150" cy="2676747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90000"/>
              </a:lnSpc>
              <a:defRPr sz="5400">
                <a:solidFill>
                  <a:srgbClr val="9FFF9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487A85-65B5-4371-833A-AD6EFF69F5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6CBAE8D-A442-4706-952E-6CCFA561B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2914652"/>
            <a:ext cx="457200" cy="114300"/>
          </a:xfrm>
          <a:prstGeom prst="rect">
            <a:avLst/>
          </a:prstGeom>
          <a:solidFill>
            <a:srgbClr val="9FFF99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200">
              <a:solidFill>
                <a:srgbClr val="9FFF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73528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bar w/photo half green">
    <p:bg>
      <p:bgPr>
        <a:solidFill>
          <a:srgbClr val="2447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EADD02D-4E86-18B9-EC0D-5EFAF43C6BBB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247554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6F27EC7-A1F5-878A-4E9C-42D9EE7F3BF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3429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033FDC-55EF-42E8-40A1-2BDB05C18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3829052"/>
            <a:ext cx="457200" cy="114300"/>
          </a:xfrm>
          <a:prstGeom prst="rect">
            <a:avLst/>
          </a:prstGeom>
          <a:solidFill>
            <a:srgbClr val="9FFF99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6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569" y="4229100"/>
            <a:ext cx="4800600" cy="88639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lang="en-US" sz="3200" dirty="0">
                <a:solidFill>
                  <a:schemeClr val="tx2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7BBD618F-8A85-084C-32A4-1A29A50E8E9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1" y="3829050"/>
            <a:ext cx="5715000" cy="23431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0">
                <a:solidFill>
                  <a:schemeClr val="tx2"/>
                </a:solidFill>
              </a:defRPr>
            </a:lvl1pPr>
            <a:lvl2pPr marL="228597" indent="-228597">
              <a:lnSpc>
                <a:spcPct val="100000"/>
              </a:lnSpc>
              <a:spcBef>
                <a:spcPts val="1200"/>
              </a:spcBef>
              <a:buClr>
                <a:srgbClr val="9FFF99"/>
              </a:buClr>
              <a:buFont typeface="Arial" panose="020B0604020202020204" pitchFamily="34" charset="0"/>
              <a:buChar char="•"/>
              <a:defRPr sz="1600" b="0">
                <a:solidFill>
                  <a:schemeClr val="tx2"/>
                </a:solidFill>
              </a:defRPr>
            </a:lvl2pPr>
            <a:lvl3pPr marL="685790" indent="-228597">
              <a:lnSpc>
                <a:spcPct val="100000"/>
              </a:lnSpc>
              <a:spcBef>
                <a:spcPts val="600"/>
              </a:spcBef>
              <a:buClr>
                <a:srgbClr val="9FFF99"/>
              </a:buClr>
              <a:buFont typeface="Arial" panose="020B0604020202020204" pitchFamily="34" charset="0"/>
              <a:buChar char="–"/>
              <a:defRPr sz="1200" b="0">
                <a:solidFill>
                  <a:schemeClr val="tx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FDA5B365-007E-1E32-CA95-9AA4910AA44A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5600701"/>
            <a:ext cx="4800600" cy="5715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800">
                <a:solidFill>
                  <a:srgbClr val="9FFF99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240683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re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43402"/>
            <a:ext cx="8001000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FBEECE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A0DF9CD8-713A-4D3D-ABB1-066FD97F8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B30B37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35" name="Text Placeholder 2">
            <a:extLst>
              <a:ext uri="{FF2B5EF4-FFF2-40B4-BE49-F238E27FC236}">
                <a16:creationId xmlns:a16="http://schemas.microsoft.com/office/drawing/2014/main" id="{A9B0FFD7-BFAD-41E7-9D7B-61B869FFD9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800" y="349478"/>
            <a:ext cx="7315201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94" indent="0">
              <a:buNone/>
              <a:defRPr/>
            </a:lvl2pPr>
            <a:lvl3pPr marL="914386" indent="0">
              <a:buNone/>
              <a:defRPr/>
            </a:lvl3pPr>
            <a:lvl4pPr marL="1371579" indent="0">
              <a:buNone/>
              <a:defRPr/>
            </a:lvl4pPr>
            <a:lvl5pPr marL="182877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682028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red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  <a:effectLst/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43402"/>
            <a:ext cx="5715000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FBEECE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A0DF9CD8-713A-4D3D-ABB1-066FD97F8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35" name="Text Placeholder 2">
            <a:extLst>
              <a:ext uri="{FF2B5EF4-FFF2-40B4-BE49-F238E27FC236}">
                <a16:creationId xmlns:a16="http://schemas.microsoft.com/office/drawing/2014/main" id="{A9B0FFD7-BFAD-41E7-9D7B-61B869FFD9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800" y="349478"/>
            <a:ext cx="7315201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94" indent="0">
              <a:buNone/>
              <a:defRPr/>
            </a:lvl2pPr>
            <a:lvl3pPr marL="914386" indent="0">
              <a:buNone/>
              <a:defRPr/>
            </a:lvl3pPr>
            <a:lvl4pPr marL="1371579" indent="0">
              <a:buNone/>
              <a:defRPr/>
            </a:lvl4pPr>
            <a:lvl5pPr marL="182877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892915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 bar re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9936" y="800101"/>
            <a:ext cx="2267064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FBEECE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0" y="400052"/>
            <a:ext cx="8382000" cy="58293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83" indent="-152398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76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70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15452"/>
            <a:ext cx="457200" cy="11430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2514601"/>
            <a:ext cx="2281326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chemeClr val="accent3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9559361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 bar red w/ph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9936" y="800101"/>
            <a:ext cx="2267064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FBEECE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15452"/>
            <a:ext cx="457200" cy="11430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2514601"/>
            <a:ext cx="2281326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chemeClr val="accent3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DAF0261D-3168-603A-763E-1A036640EFF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09900" y="0"/>
            <a:ext cx="9182100" cy="685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5183534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bar re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F5CDF81-BCDC-4155-A36E-2E848EF6612B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691D3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2484" y="800101"/>
            <a:ext cx="4056167" cy="8863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F25C9EF-E3D6-4E9D-83B4-E16E0BAD9154}"/>
              </a:ext>
            </a:extLst>
          </p:cNvPr>
          <p:cNvSpPr>
            <a:spLocks noGrp="1" noChangeAspect="1"/>
          </p:cNvSpPr>
          <p:nvPr>
            <p:ph sz="quarter" idx="11"/>
          </p:nvPr>
        </p:nvSpPr>
        <p:spPr>
          <a:xfrm>
            <a:off x="4438651" y="2228852"/>
            <a:ext cx="3314700" cy="3314700"/>
          </a:xfrm>
          <a:prstGeom prst="rect">
            <a:avLst/>
          </a:prstGeom>
          <a:solidFill>
            <a:srgbClr val="FBEECE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CC9ADC35-0177-4D0A-A2B4-6BE8CB97A65E}"/>
              </a:ext>
            </a:extLst>
          </p:cNvPr>
          <p:cNvSpPr>
            <a:spLocks noGrp="1" noChangeAspect="1"/>
          </p:cNvSpPr>
          <p:nvPr>
            <p:ph sz="quarter" idx="12"/>
          </p:nvPr>
        </p:nvSpPr>
        <p:spPr>
          <a:xfrm>
            <a:off x="552450" y="2228852"/>
            <a:ext cx="3314700" cy="3314700"/>
          </a:xfrm>
          <a:prstGeom prst="rect">
            <a:avLst/>
          </a:prstGeom>
          <a:solidFill>
            <a:srgbClr val="FBEECE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11">
            <a:extLst>
              <a:ext uri="{FF2B5EF4-FFF2-40B4-BE49-F238E27FC236}">
                <a16:creationId xmlns:a16="http://schemas.microsoft.com/office/drawing/2014/main" id="{887CCC8C-1CBB-4FA5-AC41-F8CE31E2C100}"/>
              </a:ext>
            </a:extLst>
          </p:cNvPr>
          <p:cNvSpPr>
            <a:spLocks noGrp="1" noChangeAspect="1"/>
          </p:cNvSpPr>
          <p:nvPr>
            <p:ph sz="quarter" idx="13"/>
          </p:nvPr>
        </p:nvSpPr>
        <p:spPr>
          <a:xfrm>
            <a:off x="8324850" y="2228852"/>
            <a:ext cx="3314700" cy="3314700"/>
          </a:xfrm>
          <a:prstGeom prst="rect">
            <a:avLst/>
          </a:prstGeom>
          <a:solidFill>
            <a:srgbClr val="FBEECE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01E45A1-78E0-4520-916E-F5407FC0A2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52171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re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D95DA-6F2D-4DB9-A4B6-50D3D1C65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982" y="3438305"/>
            <a:ext cx="9201150" cy="2676747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90000"/>
              </a:lnSpc>
              <a:defRPr sz="5400">
                <a:solidFill>
                  <a:srgbClr val="FBEEC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487A85-65B5-4371-833A-AD6EFF69F5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6CBAE8D-A442-4706-952E-6CCFA561B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75981" y="2914652"/>
            <a:ext cx="457200" cy="11430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328694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bar w/photo half red">
    <p:bg>
      <p:bgPr>
        <a:solidFill>
          <a:srgbClr val="691D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EADD02D-4E86-18B9-EC0D-5EFAF43C6BBB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accent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6F27EC7-A1F5-878A-4E9C-42D9EE7F3BF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137" y="0"/>
            <a:ext cx="12192000" cy="3429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569" y="4229100"/>
            <a:ext cx="4800600" cy="88639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lang="en-US" sz="3200" dirty="0">
                <a:solidFill>
                  <a:schemeClr val="tx2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7BBD618F-8A85-084C-32A4-1A29A50E8E9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1" y="3829050"/>
            <a:ext cx="5715000" cy="23431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0">
                <a:solidFill>
                  <a:schemeClr val="tx2"/>
                </a:solidFill>
              </a:defRPr>
            </a:lvl1pPr>
            <a:lvl2pPr marL="228597" indent="-228597">
              <a:lnSpc>
                <a:spcPct val="100000"/>
              </a:lnSpc>
              <a:spcBef>
                <a:spcPts val="12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600" b="0">
                <a:solidFill>
                  <a:schemeClr val="tx2"/>
                </a:solidFill>
              </a:defRPr>
            </a:lvl2pPr>
            <a:lvl3pPr marL="685790" indent="-228597">
              <a:lnSpc>
                <a:spcPct val="100000"/>
              </a:lnSpc>
              <a:spcBef>
                <a:spcPts val="600"/>
              </a:spcBef>
              <a:buClr>
                <a:schemeClr val="accent3"/>
              </a:buClr>
              <a:buFont typeface="Arial" panose="020B0604020202020204" pitchFamily="34" charset="0"/>
              <a:buChar char="–"/>
              <a:defRPr sz="1200" b="0">
                <a:solidFill>
                  <a:schemeClr val="tx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FDA5B365-007E-1E32-CA95-9AA4910AA44A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5600701"/>
            <a:ext cx="4800600" cy="5715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800">
                <a:solidFill>
                  <a:schemeClr val="accent3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033FDC-55EF-42E8-40A1-2BDB05C18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3829052"/>
            <a:ext cx="457200" cy="11430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03052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urp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43402"/>
            <a:ext cx="8001000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DEDD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B5EEE0E6-B40B-48FE-B61F-E4FEF90107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8E5CE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35" name="Text Placeholder 2">
            <a:extLst>
              <a:ext uri="{FF2B5EF4-FFF2-40B4-BE49-F238E27FC236}">
                <a16:creationId xmlns:a16="http://schemas.microsoft.com/office/drawing/2014/main" id="{F57C5113-2576-4463-9E20-05EC188AF6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66800" y="349478"/>
            <a:ext cx="7315201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94" indent="0">
              <a:buNone/>
              <a:defRPr/>
            </a:lvl2pPr>
            <a:lvl3pPr marL="914386" indent="0">
              <a:buNone/>
              <a:defRPr/>
            </a:lvl3pPr>
            <a:lvl4pPr marL="1371579" indent="0">
              <a:buNone/>
              <a:defRPr/>
            </a:lvl4pPr>
            <a:lvl5pPr marL="182877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106643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urple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  <a:effectLst>
            <a:glow rad="127000">
              <a:srgbClr val="612CB0"/>
            </a:glow>
          </a:effec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43402"/>
            <a:ext cx="5715000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DEDD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B5EEE0E6-B40B-48FE-B61F-E4FEF90107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0" y="400052"/>
            <a:ext cx="404949" cy="114300"/>
          </a:xfrm>
          <a:prstGeom prst="rect">
            <a:avLst/>
          </a:prstGeom>
          <a:solidFill>
            <a:srgbClr val="8E5CE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35" name="Text Placeholder 2">
            <a:extLst>
              <a:ext uri="{FF2B5EF4-FFF2-40B4-BE49-F238E27FC236}">
                <a16:creationId xmlns:a16="http://schemas.microsoft.com/office/drawing/2014/main" id="{F57C5113-2576-4463-9E20-05EC188AF6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66800" y="349478"/>
            <a:ext cx="497205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94" indent="0">
              <a:buNone/>
              <a:defRPr/>
            </a:lvl2pPr>
            <a:lvl3pPr marL="914386" indent="0">
              <a:buNone/>
              <a:defRPr/>
            </a:lvl3pPr>
            <a:lvl4pPr marL="1371579" indent="0">
              <a:buNone/>
              <a:defRPr/>
            </a:lvl4pPr>
            <a:lvl5pPr marL="182877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741422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 bar purp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878" y="800101"/>
            <a:ext cx="2282122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DEDD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0" y="400052"/>
            <a:ext cx="8343900" cy="58293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83" indent="-152398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76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70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</a:extLst>
          </p:cNvPr>
          <p:cNvSpPr>
            <a:spLocks noChangeAspect="1"/>
          </p:cNvSpPr>
          <p:nvPr/>
        </p:nvSpPr>
        <p:spPr>
          <a:xfrm>
            <a:off x="391723" y="400052"/>
            <a:ext cx="457200" cy="114300"/>
          </a:xfrm>
          <a:prstGeom prst="rect">
            <a:avLst/>
          </a:prstGeom>
          <a:solidFill>
            <a:srgbClr val="AA96FA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5562" y="2514601"/>
            <a:ext cx="2281606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rgbClr val="BEAFFF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4705305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 bar purple w/ph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878" y="800101"/>
            <a:ext cx="2282122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DEDD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</a:extLst>
          </p:cNvPr>
          <p:cNvSpPr>
            <a:spLocks noChangeAspect="1"/>
          </p:cNvSpPr>
          <p:nvPr/>
        </p:nvSpPr>
        <p:spPr>
          <a:xfrm>
            <a:off x="391723" y="400052"/>
            <a:ext cx="457200" cy="114300"/>
          </a:xfrm>
          <a:prstGeom prst="rect">
            <a:avLst/>
          </a:prstGeom>
          <a:solidFill>
            <a:srgbClr val="AA96FA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5562" y="2514601"/>
            <a:ext cx="2281606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rgbClr val="BEAFFF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8E2FDEF9-3FD6-AC6B-BD4C-4D538691DE6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09900" y="0"/>
            <a:ext cx="9182100" cy="685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675750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bar 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81D998F-1CEA-4933-A37B-06244CD6DC67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2A145A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bg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800101"/>
            <a:ext cx="4000500" cy="8863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</a:extLst>
          </p:cNvPr>
          <p:cNvSpPr>
            <a:spLocks noChangeAspect="1"/>
          </p:cNvSpPr>
          <p:nvPr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8E5CE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F25C9EF-E3D6-4E9D-83B4-E16E0BAD9154}"/>
              </a:ext>
            </a:extLst>
          </p:cNvPr>
          <p:cNvSpPr>
            <a:spLocks noGrp="1" noChangeAspect="1"/>
          </p:cNvSpPr>
          <p:nvPr>
            <p:ph sz="quarter" idx="11"/>
          </p:nvPr>
        </p:nvSpPr>
        <p:spPr>
          <a:xfrm>
            <a:off x="4438651" y="2228852"/>
            <a:ext cx="3314700" cy="3314700"/>
          </a:xfrm>
          <a:prstGeom prst="rect">
            <a:avLst/>
          </a:prstGeom>
          <a:solidFill>
            <a:srgbClr val="DEDD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CC9ADC35-0177-4D0A-A2B4-6BE8CB97A65E}"/>
              </a:ext>
            </a:extLst>
          </p:cNvPr>
          <p:cNvSpPr>
            <a:spLocks noGrp="1" noChangeAspect="1"/>
          </p:cNvSpPr>
          <p:nvPr>
            <p:ph sz="quarter" idx="12"/>
          </p:nvPr>
        </p:nvSpPr>
        <p:spPr>
          <a:xfrm>
            <a:off x="552450" y="2228852"/>
            <a:ext cx="3314700" cy="3314700"/>
          </a:xfrm>
          <a:prstGeom prst="rect">
            <a:avLst/>
          </a:prstGeom>
          <a:solidFill>
            <a:srgbClr val="DEDD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11">
            <a:extLst>
              <a:ext uri="{FF2B5EF4-FFF2-40B4-BE49-F238E27FC236}">
                <a16:creationId xmlns:a16="http://schemas.microsoft.com/office/drawing/2014/main" id="{887CCC8C-1CBB-4FA5-AC41-F8CE31E2C100}"/>
              </a:ext>
            </a:extLst>
          </p:cNvPr>
          <p:cNvSpPr>
            <a:spLocks noGrp="1" noChangeAspect="1"/>
          </p:cNvSpPr>
          <p:nvPr>
            <p:ph sz="quarter" idx="13"/>
          </p:nvPr>
        </p:nvSpPr>
        <p:spPr>
          <a:xfrm>
            <a:off x="8324850" y="2228852"/>
            <a:ext cx="3314700" cy="3314700"/>
          </a:xfrm>
          <a:prstGeom prst="rect">
            <a:avLst/>
          </a:prstGeom>
          <a:solidFill>
            <a:srgbClr val="DEDD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32230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purple">
    <p:bg>
      <p:bgPr>
        <a:solidFill>
          <a:srgbClr val="612C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D95DA-6F2D-4DB9-A4B6-50D3D1C65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879" y="3438305"/>
            <a:ext cx="9201150" cy="2676747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90000"/>
              </a:lnSpc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487A85-65B5-4371-833A-AD6EFF69F5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6CBAE8D-A442-4706-952E-6CCFA561B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79879" y="2914652"/>
            <a:ext cx="457200" cy="114300"/>
          </a:xfrm>
          <a:prstGeom prst="rect">
            <a:avLst/>
          </a:prstGeom>
          <a:solidFill>
            <a:srgbClr val="BEAFF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121102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bar w/photo half purple">
    <p:bg>
      <p:bgPr>
        <a:solidFill>
          <a:srgbClr val="2A14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EADD02D-4E86-18B9-EC0D-5EFAF43C6BBB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612CB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6F27EC7-A1F5-878A-4E9C-42D9EE7F3BF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3429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033FDC-55EF-42E8-40A1-2BDB05C18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3829052"/>
            <a:ext cx="457200" cy="114300"/>
          </a:xfrm>
          <a:prstGeom prst="rect">
            <a:avLst/>
          </a:prstGeom>
          <a:solidFill>
            <a:srgbClr val="BEAFF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6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569" y="4229100"/>
            <a:ext cx="4800600" cy="88639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lang="en-US" sz="3200" dirty="0">
                <a:solidFill>
                  <a:schemeClr val="tx2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7BBD618F-8A85-084C-32A4-1A29A50E8E9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1" y="3829050"/>
            <a:ext cx="5715000" cy="23431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0">
                <a:solidFill>
                  <a:schemeClr val="tx2"/>
                </a:solidFill>
              </a:defRPr>
            </a:lvl1pPr>
            <a:lvl2pPr marL="228597" indent="-228597">
              <a:lnSpc>
                <a:spcPct val="100000"/>
              </a:lnSpc>
              <a:spcBef>
                <a:spcPts val="1200"/>
              </a:spcBef>
              <a:buClr>
                <a:srgbClr val="8E5CEF"/>
              </a:buClr>
              <a:buFont typeface="Arial" panose="020B0604020202020204" pitchFamily="34" charset="0"/>
              <a:buChar char="•"/>
              <a:defRPr sz="1600" b="0">
                <a:solidFill>
                  <a:schemeClr val="tx2"/>
                </a:solidFill>
              </a:defRPr>
            </a:lvl2pPr>
            <a:lvl3pPr marL="685790" indent="-228597">
              <a:lnSpc>
                <a:spcPct val="100000"/>
              </a:lnSpc>
              <a:spcBef>
                <a:spcPts val="600"/>
              </a:spcBef>
              <a:buClr>
                <a:srgbClr val="8E5CEF"/>
              </a:buClr>
              <a:buFont typeface="Arial" panose="020B0604020202020204" pitchFamily="34" charset="0"/>
              <a:buChar char="–"/>
              <a:defRPr sz="1200" b="0">
                <a:solidFill>
                  <a:schemeClr val="tx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FDA5B365-007E-1E32-CA95-9AA4910AA44A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5600700"/>
            <a:ext cx="4800600" cy="628651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800">
                <a:solidFill>
                  <a:srgbClr val="BEAFFF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2620732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1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362337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1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1" y="857251"/>
            <a:ext cx="11430000" cy="2462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622718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1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1" y="1600200"/>
            <a:ext cx="11430000" cy="4572000"/>
          </a:xfrm>
          <a:prstGeom prst="rect">
            <a:avLst/>
          </a:prstGeom>
        </p:spPr>
        <p:txBody>
          <a:bodyPr lIns="0" tIns="0" rIns="0" bIns="0"/>
          <a:lstStyle>
            <a:lvl1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83" indent="-152398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76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70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231867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2" y="342901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5487" y="857251"/>
            <a:ext cx="11425529" cy="2462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0"/>
          </p:nvPr>
        </p:nvSpPr>
        <p:spPr>
          <a:xfrm>
            <a:off x="385487" y="1600200"/>
            <a:ext cx="11425529" cy="4572000"/>
          </a:xfrm>
          <a:prstGeom prst="rect">
            <a:avLst/>
          </a:prstGeom>
        </p:spPr>
        <p:txBody>
          <a:bodyPr lIns="0" tIns="0" rIns="0" bIns="0"/>
          <a:lstStyle>
            <a:lvl1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83" indent="-152398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76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70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2496246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1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32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0"/>
          </p:nvPr>
        </p:nvSpPr>
        <p:spPr>
          <a:xfrm>
            <a:off x="381000" y="1600200"/>
            <a:ext cx="5486400" cy="45720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defRPr sz="2400">
                <a:solidFill>
                  <a:schemeClr val="bg2"/>
                </a:solidFill>
              </a:defRPr>
            </a:lvl1pPr>
            <a:lvl2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</a:defRPr>
            </a:lvl2pPr>
            <a:lvl3pPr marL="1142982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Wingdings" panose="05000000000000000000" pitchFamily="2" charset="2"/>
              <a:buChar char="§"/>
              <a:defRPr sz="1400">
                <a:solidFill>
                  <a:schemeClr val="bg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9"/>
          <p:cNvSpPr>
            <a:spLocks noGrp="1"/>
          </p:cNvSpPr>
          <p:nvPr>
            <p:ph sz="quarter" idx="11"/>
          </p:nvPr>
        </p:nvSpPr>
        <p:spPr>
          <a:xfrm>
            <a:off x="6324600" y="1600200"/>
            <a:ext cx="5486400" cy="45720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defRPr sz="2400">
                <a:solidFill>
                  <a:schemeClr val="bg2"/>
                </a:solidFill>
              </a:defRPr>
            </a:lvl1pPr>
            <a:lvl2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</a:defRPr>
            </a:lvl2pPr>
            <a:lvl3pPr marL="1142982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Wingdings" panose="05000000000000000000" pitchFamily="2" charset="2"/>
              <a:buChar char="§"/>
              <a:defRPr sz="1400">
                <a:solidFill>
                  <a:schemeClr val="bg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679159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s w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1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32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F1CEAD-C06E-4DD6-958D-A69C28387D9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1000" y="1374371"/>
            <a:ext cx="5486400" cy="4797829"/>
          </a:xfrm>
          <a:prstGeom prst="rect">
            <a:avLst/>
          </a:prstGeom>
        </p:spPr>
        <p:txBody>
          <a:bodyPr lIns="0" tIns="0" rIns="0" bIns="91440"/>
          <a:lstStyle>
            <a:lvl1pPr marL="0" indent="0">
              <a:lnSpc>
                <a:spcPct val="100000"/>
              </a:lnSpc>
              <a:spcBef>
                <a:spcPts val="1800"/>
              </a:spcBef>
              <a:buNone/>
              <a:defRPr sz="2000" b="1" baseline="0">
                <a:solidFill>
                  <a:schemeClr val="bg1"/>
                </a:solidFill>
              </a:defRPr>
            </a:lvl1pPr>
            <a:lvl2pPr marL="230715" indent="-230715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defRPr sz="1800">
                <a:solidFill>
                  <a:schemeClr val="bg2"/>
                </a:solidFill>
              </a:defRPr>
            </a:lvl2pPr>
            <a:lvl3pPr marL="685790" indent="-230715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400">
                <a:solidFill>
                  <a:schemeClr val="bg2"/>
                </a:solidFill>
              </a:defRPr>
            </a:lvl3pPr>
            <a:lvl4pPr marL="1140866" indent="-224364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Wingdings" panose="05000000000000000000" pitchFamily="2" charset="2"/>
              <a:buChar char="§"/>
              <a:defRPr sz="1200">
                <a:solidFill>
                  <a:schemeClr val="bg2"/>
                </a:solidFill>
              </a:defRPr>
            </a:lvl4pPr>
            <a:lvl5pPr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A0C49344-5A94-4BB8-B1F8-EC9EB43874D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24600" y="1374371"/>
            <a:ext cx="5486400" cy="4797829"/>
          </a:xfrm>
          <a:prstGeom prst="rect">
            <a:avLst/>
          </a:prstGeom>
        </p:spPr>
        <p:txBody>
          <a:bodyPr lIns="0" tIns="0" rIns="0" bIns="91440"/>
          <a:lstStyle>
            <a:lvl1pPr marL="0" indent="0">
              <a:lnSpc>
                <a:spcPct val="100000"/>
              </a:lnSpc>
              <a:spcBef>
                <a:spcPts val="1800"/>
              </a:spcBef>
              <a:buNone/>
              <a:defRPr sz="2000" b="1" baseline="0">
                <a:solidFill>
                  <a:schemeClr val="bg1"/>
                </a:solidFill>
              </a:defRPr>
            </a:lvl1pPr>
            <a:lvl2pPr marL="230715" indent="-230715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defRPr sz="1800">
                <a:solidFill>
                  <a:schemeClr val="bg2"/>
                </a:solidFill>
              </a:defRPr>
            </a:lvl2pPr>
            <a:lvl3pPr marL="685790" indent="-230715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400">
                <a:solidFill>
                  <a:schemeClr val="bg2"/>
                </a:solidFill>
              </a:defRPr>
            </a:lvl3pPr>
            <a:lvl4pPr marL="1140866" indent="-224364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Wingdings" panose="05000000000000000000" pitchFamily="2" charset="2"/>
              <a:buChar char="§"/>
              <a:defRPr sz="1200">
                <a:solidFill>
                  <a:schemeClr val="bg2"/>
                </a:solidFill>
              </a:defRPr>
            </a:lvl4pPr>
            <a:lvl5pPr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7847238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s w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1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32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9" name="Content Placeholder 9"/>
          <p:cNvSpPr>
            <a:spLocks noGrp="1"/>
          </p:cNvSpPr>
          <p:nvPr>
            <p:ph sz="quarter" idx="13"/>
          </p:nvPr>
        </p:nvSpPr>
        <p:spPr>
          <a:xfrm>
            <a:off x="381001" y="1371600"/>
            <a:ext cx="3526327" cy="4800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1">
                <a:solidFill>
                  <a:schemeClr val="bg1"/>
                </a:solidFill>
              </a:defRPr>
            </a:lvl1pPr>
            <a:lvl2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2pPr>
            <a:lvl3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200">
                <a:solidFill>
                  <a:schemeClr val="bg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3C9CA1AB-E8E8-4338-8BB5-4C9F95D3899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32837" y="1371600"/>
            <a:ext cx="3526327" cy="4800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1">
                <a:solidFill>
                  <a:schemeClr val="bg1"/>
                </a:solidFill>
              </a:defRPr>
            </a:lvl1pPr>
            <a:lvl2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2pPr>
            <a:lvl3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200">
                <a:solidFill>
                  <a:schemeClr val="bg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Content Placeholder 9">
            <a:extLst>
              <a:ext uri="{FF2B5EF4-FFF2-40B4-BE49-F238E27FC236}">
                <a16:creationId xmlns:a16="http://schemas.microsoft.com/office/drawing/2014/main" id="{B6586213-13AB-4801-9939-C1924B01D7D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284230" y="1371600"/>
            <a:ext cx="3526327" cy="4800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1">
                <a:solidFill>
                  <a:schemeClr val="bg1"/>
                </a:solidFill>
              </a:defRPr>
            </a:lvl1pPr>
            <a:lvl2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2pPr>
            <a:lvl3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200">
                <a:solidFill>
                  <a:schemeClr val="bg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699551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96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21CDB-95CE-458B-A911-027A05894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-457199"/>
            <a:ext cx="10515600" cy="39581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3984504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logo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0B410-C7E4-4036-89E5-3C58E91B2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-457199"/>
            <a:ext cx="10515600" cy="395816"/>
          </a:xfrm>
          <a:prstGeom prst="rect">
            <a:avLst/>
          </a:prstGeom>
        </p:spPr>
        <p:txBody>
          <a:bodyPr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5BC7EE9C-562A-4519-B67A-EB99114D5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pic>
        <p:nvPicPr>
          <p:cNvPr id="210" name="Picture 209">
            <a:extLst>
              <a:ext uri="{FF2B5EF4-FFF2-40B4-BE49-F238E27FC236}">
                <a16:creationId xmlns:a16="http://schemas.microsoft.com/office/drawing/2014/main" id="{9F395D62-9AFB-429C-85A8-BAAB83043A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0"/>
            <a:ext cx="2743200" cy="356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4160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5D75AE4-2570-96E1-CD6A-5C9BB221240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72927779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5D75AE4-2570-96E1-CD6A-5C9BB22124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04801"/>
            <a:ext cx="11430000" cy="443198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127450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op bar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2370DD2-DBFE-499C-8B5D-257216661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2483" y="528352"/>
            <a:ext cx="11657117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E98A6F-4362-4A68-979C-B344868D9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228600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06388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A49A41B-9CF1-4CD6-B1E3-F736C63833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1"/>
            <a:ext cx="2743200" cy="356619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A67014B0-AEAB-4CC8-BCED-661FF1CA27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3" y="4204927"/>
            <a:ext cx="7971108" cy="7239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135" indent="0" algn="ctr">
              <a:buNone/>
              <a:defRPr sz="2000"/>
            </a:lvl2pPr>
            <a:lvl3pPr marL="914273" indent="0" algn="ctr">
              <a:buNone/>
              <a:defRPr sz="1800"/>
            </a:lvl3pPr>
            <a:lvl4pPr marL="1371408" indent="0" algn="ctr">
              <a:buNone/>
              <a:defRPr sz="1600"/>
            </a:lvl4pPr>
            <a:lvl5pPr marL="1828546" indent="0" algn="ctr">
              <a:buNone/>
              <a:defRPr sz="1600"/>
            </a:lvl5pPr>
            <a:lvl6pPr marL="2285686" indent="0" algn="ctr">
              <a:buNone/>
              <a:defRPr sz="1600"/>
            </a:lvl6pPr>
            <a:lvl7pPr marL="2742818" indent="0" algn="ctr">
              <a:buNone/>
              <a:defRPr sz="1600"/>
            </a:lvl7pPr>
            <a:lvl8pPr marL="3199952" indent="0" algn="ctr">
              <a:buNone/>
              <a:defRPr sz="1600"/>
            </a:lvl8pPr>
            <a:lvl9pPr marL="365708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F5323D-6831-4D66-AAB2-4C1920E06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1738314"/>
            <a:ext cx="7969283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789531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A49A41B-9CF1-4CD6-B1E3-F736C63833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1"/>
            <a:ext cx="2743200" cy="356619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A67014B0-AEAB-4CC8-BCED-661FF1CA27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3" y="4204927"/>
            <a:ext cx="7971108" cy="7239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135" indent="0" algn="ctr">
              <a:buNone/>
              <a:defRPr sz="2000"/>
            </a:lvl2pPr>
            <a:lvl3pPr marL="914273" indent="0" algn="ctr">
              <a:buNone/>
              <a:defRPr sz="1800"/>
            </a:lvl3pPr>
            <a:lvl4pPr marL="1371408" indent="0" algn="ctr">
              <a:buNone/>
              <a:defRPr sz="1600"/>
            </a:lvl4pPr>
            <a:lvl5pPr marL="1828546" indent="0" algn="ctr">
              <a:buNone/>
              <a:defRPr sz="1600"/>
            </a:lvl5pPr>
            <a:lvl6pPr marL="2285686" indent="0" algn="ctr">
              <a:buNone/>
              <a:defRPr sz="1600"/>
            </a:lvl6pPr>
            <a:lvl7pPr marL="2742818" indent="0" algn="ctr">
              <a:buNone/>
              <a:defRPr sz="1600"/>
            </a:lvl7pPr>
            <a:lvl8pPr marL="3199952" indent="0" algn="ctr">
              <a:buNone/>
              <a:defRPr sz="1600"/>
            </a:lvl8pPr>
            <a:lvl9pPr marL="365708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5D8143-A159-4278-916B-DB3850ADE7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3429002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F5323D-6831-4D66-AAB2-4C1920E06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1738314"/>
            <a:ext cx="7969283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5F8FF"/>
                </a:solidFill>
                <a:effectLst>
                  <a:glow rad="127000">
                    <a:srgbClr val="0D32A4"/>
                  </a:glow>
                </a:effectLst>
                <a:latin typeface="Arial Nova Light" panose="020B0304020202020204" pitchFamily="34" charset="0"/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145927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D95DA-6F2D-4DB9-A4B6-50D3D1C65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759" y="5090336"/>
            <a:ext cx="9715500" cy="747896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lnSpc>
                <a:spcPct val="90000"/>
              </a:lnSpc>
              <a:defRPr sz="540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487A85-65B5-4371-833A-AD6EFF69F5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E00A8F-8F29-4705-8469-E9075A8C1B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43903" y="914400"/>
            <a:ext cx="3467100" cy="25146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chemeClr val="bg1"/>
              </a:buClr>
              <a:defRPr sz="2000">
                <a:solidFill>
                  <a:schemeClr val="tx2"/>
                </a:solidFill>
              </a:defRPr>
            </a:lvl1pPr>
            <a:lvl2pPr marL="741277" indent="-284133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Arial" panose="020B0604020202020204" pitchFamily="34" charset="0"/>
              <a:buChar char="–"/>
              <a:defRPr sz="1800">
                <a:solidFill>
                  <a:schemeClr val="tx2"/>
                </a:solidFill>
              </a:defRPr>
            </a:lvl2pPr>
            <a:lvl3pPr marL="1142842" indent="-228570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</a:defRPr>
            </a:lvl3pPr>
            <a:lvl4pPr>
              <a:defRPr sz="1600">
                <a:solidFill>
                  <a:schemeClr val="tx2"/>
                </a:solidFill>
              </a:defRPr>
            </a:lvl4pPr>
            <a:lvl5pPr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2617946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6" y="4343401"/>
            <a:ext cx="8027895" cy="1495795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B0BFDB-C4BC-4E6F-8090-A00E82B41E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5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F30D4F-5FE4-4AA6-812B-A00AFC9811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806" y="349479"/>
            <a:ext cx="7315201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35" indent="0">
              <a:buNone/>
              <a:defRPr/>
            </a:lvl2pPr>
            <a:lvl3pPr marL="914273" indent="0">
              <a:buNone/>
              <a:defRPr/>
            </a:lvl3pPr>
            <a:lvl4pPr marL="1371408" indent="0">
              <a:buNone/>
              <a:defRPr/>
            </a:lvl4pPr>
            <a:lvl5pPr marL="1828546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787091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7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blue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3" y="3595505"/>
            <a:ext cx="4457700" cy="2243691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B0BFDB-C4BC-4E6F-8090-A00E82B41E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5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F30D4F-5FE4-4AA6-812B-A00AFC9811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800" y="349485"/>
            <a:ext cx="3771901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35" indent="0">
              <a:buNone/>
              <a:defRPr/>
            </a:lvl2pPr>
            <a:lvl3pPr marL="914273" indent="0">
              <a:buNone/>
              <a:defRPr/>
            </a:lvl3pPr>
            <a:lvl4pPr marL="1371408" indent="0">
              <a:buNone/>
              <a:defRPr/>
            </a:lvl4pPr>
            <a:lvl5pPr marL="1828546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352224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7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 bar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801185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E5F8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3" y="400055"/>
            <a:ext cx="8343900" cy="58293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228570" indent="-228570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10" indent="-228570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649" indent="-152379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599976" indent="-228570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111" indent="-228570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1" y="2514607"/>
            <a:ext cx="2286000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rgbClr val="80C7FB"/>
                </a:solidFill>
                <a:latin typeface="Arial" panose="020B0604020202020204" pitchFamily="34" charset="0"/>
              </a:defRPr>
            </a:lvl1pPr>
            <a:lvl2pPr marL="457135" indent="0" algn="ctr">
              <a:buNone/>
              <a:defRPr sz="2000"/>
            </a:lvl2pPr>
            <a:lvl3pPr marL="914273" indent="0" algn="ctr">
              <a:buNone/>
              <a:defRPr sz="1800"/>
            </a:lvl3pPr>
            <a:lvl4pPr marL="1371408" indent="0" algn="ctr">
              <a:buNone/>
              <a:defRPr sz="1600"/>
            </a:lvl4pPr>
            <a:lvl5pPr marL="1828546" indent="0" algn="ctr">
              <a:buNone/>
              <a:defRPr sz="1600"/>
            </a:lvl5pPr>
            <a:lvl6pPr marL="2285686" indent="0" algn="ctr">
              <a:buNone/>
              <a:defRPr sz="1600"/>
            </a:lvl6pPr>
            <a:lvl7pPr marL="2742818" indent="0" algn="ctr">
              <a:buNone/>
              <a:defRPr sz="1600"/>
            </a:lvl7pPr>
            <a:lvl8pPr marL="3199952" indent="0" algn="ctr">
              <a:buNone/>
              <a:defRPr sz="1600"/>
            </a:lvl8pPr>
            <a:lvl9pPr marL="365708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6697772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 bar blue w ph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801185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E5F8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5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80C7FB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1" y="2514607"/>
            <a:ext cx="2286000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rgbClr val="80C7FB"/>
                </a:solidFill>
                <a:latin typeface="Arial" panose="020B0604020202020204" pitchFamily="34" charset="0"/>
              </a:defRPr>
            </a:lvl1pPr>
            <a:lvl2pPr marL="457135" indent="0" algn="ctr">
              <a:buNone/>
              <a:defRPr sz="2000"/>
            </a:lvl2pPr>
            <a:lvl3pPr marL="914273" indent="0" algn="ctr">
              <a:buNone/>
              <a:defRPr sz="1800"/>
            </a:lvl3pPr>
            <a:lvl4pPr marL="1371408" indent="0" algn="ctr">
              <a:buNone/>
              <a:defRPr sz="1600"/>
            </a:lvl4pPr>
            <a:lvl5pPr marL="1828546" indent="0" algn="ctr">
              <a:buNone/>
              <a:defRPr sz="1600"/>
            </a:lvl5pPr>
            <a:lvl6pPr marL="2285686" indent="0" algn="ctr">
              <a:buNone/>
              <a:defRPr sz="1600"/>
            </a:lvl6pPr>
            <a:lvl7pPr marL="2742818" indent="0" algn="ctr">
              <a:buNone/>
              <a:defRPr sz="1600"/>
            </a:lvl7pPr>
            <a:lvl8pPr marL="3199952" indent="0" algn="ctr">
              <a:buNone/>
              <a:defRPr sz="1600"/>
            </a:lvl8pPr>
            <a:lvl9pPr marL="365708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8FAF2F2-81F0-496C-EB9C-AD35CB49960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09903" y="0"/>
            <a:ext cx="9182100" cy="685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3357668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bar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2370DD2-DBFE-499C-8B5D-257216661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2490" y="800104"/>
            <a:ext cx="3999017" cy="8863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F25C9EF-E3D6-4E9D-83B4-E16E0BAD9154}"/>
              </a:ext>
            </a:extLst>
          </p:cNvPr>
          <p:cNvSpPr>
            <a:spLocks noGrp="1" noChangeAspect="1"/>
          </p:cNvSpPr>
          <p:nvPr>
            <p:ph sz="quarter" idx="11"/>
          </p:nvPr>
        </p:nvSpPr>
        <p:spPr>
          <a:xfrm>
            <a:off x="4438651" y="2228855"/>
            <a:ext cx="3314700" cy="3314700"/>
          </a:xfrm>
          <a:prstGeom prst="rect">
            <a:avLst/>
          </a:prstGeom>
          <a:solidFill>
            <a:srgbClr val="E5F8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CC9ADC35-0177-4D0A-A2B4-6BE8CB97A65E}"/>
              </a:ext>
            </a:extLst>
          </p:cNvPr>
          <p:cNvSpPr>
            <a:spLocks noGrp="1" noChangeAspect="1"/>
          </p:cNvSpPr>
          <p:nvPr>
            <p:ph sz="quarter" idx="12"/>
          </p:nvPr>
        </p:nvSpPr>
        <p:spPr>
          <a:xfrm>
            <a:off x="552451" y="2228855"/>
            <a:ext cx="3314700" cy="3314700"/>
          </a:xfrm>
          <a:prstGeom prst="rect">
            <a:avLst/>
          </a:prstGeom>
          <a:solidFill>
            <a:srgbClr val="E5F8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11">
            <a:extLst>
              <a:ext uri="{FF2B5EF4-FFF2-40B4-BE49-F238E27FC236}">
                <a16:creationId xmlns:a16="http://schemas.microsoft.com/office/drawing/2014/main" id="{887CCC8C-1CBB-4FA5-AC41-F8CE31E2C100}"/>
              </a:ext>
            </a:extLst>
          </p:cNvPr>
          <p:cNvSpPr>
            <a:spLocks noGrp="1" noChangeAspect="1"/>
          </p:cNvSpPr>
          <p:nvPr>
            <p:ph sz="quarter" idx="13"/>
          </p:nvPr>
        </p:nvSpPr>
        <p:spPr>
          <a:xfrm>
            <a:off x="8324851" y="2228855"/>
            <a:ext cx="3314700" cy="3314700"/>
          </a:xfrm>
          <a:prstGeom prst="rect">
            <a:avLst/>
          </a:prstGeom>
          <a:solidFill>
            <a:srgbClr val="E5F8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0538C8-EC73-7F05-6338-C470E7FBF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5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94847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D95DA-6F2D-4DB9-A4B6-50D3D1C65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562" y="3438305"/>
            <a:ext cx="9201151" cy="2676747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90000"/>
              </a:lnSpc>
              <a:defRPr sz="540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487A85-65B5-4371-833A-AD6EFF69F5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6CBAE8D-A442-4706-952E-6CCFA561B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98556" y="2914655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035996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bar w/pattern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800107"/>
            <a:ext cx="4800600" cy="88639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lang="en-US" sz="3200" dirty="0">
                <a:solidFill>
                  <a:schemeClr val="tx2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61E767C-1F50-4D42-AF6A-E15CED75F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5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5848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bar w/photo half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EADD02D-4E86-18B9-EC0D-5EFAF43C6BBB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0D32A4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6F27EC7-A1F5-878A-4E9C-42D9EE7F3BF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3429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033FDC-55EF-42E8-40A1-2BDB05C18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3829055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6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569" y="4229107"/>
            <a:ext cx="4800600" cy="88639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lang="en-US" sz="3200" dirty="0">
                <a:solidFill>
                  <a:schemeClr val="tx2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22707C3E-AA17-F74E-2CC0-F61663C5E36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1" y="3829057"/>
            <a:ext cx="5715000" cy="23431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0">
                <a:solidFill>
                  <a:schemeClr val="tx2"/>
                </a:solidFill>
              </a:defRPr>
            </a:lvl1pPr>
            <a:lvl2pPr marL="228570" indent="-228570">
              <a:lnSpc>
                <a:spcPct val="100000"/>
              </a:lnSpc>
              <a:spcBef>
                <a:spcPts val="1200"/>
              </a:spcBef>
              <a:buClr>
                <a:srgbClr val="80C7FB"/>
              </a:buClr>
              <a:buFont typeface="Arial" panose="020B0604020202020204" pitchFamily="34" charset="0"/>
              <a:buChar char="•"/>
              <a:defRPr sz="1600" b="0">
                <a:solidFill>
                  <a:schemeClr val="tx2"/>
                </a:solidFill>
              </a:defRPr>
            </a:lvl2pPr>
            <a:lvl3pPr marL="685710" indent="-228570">
              <a:lnSpc>
                <a:spcPct val="100000"/>
              </a:lnSpc>
              <a:spcBef>
                <a:spcPts val="600"/>
              </a:spcBef>
              <a:buClr>
                <a:srgbClr val="80C7FB"/>
              </a:buClr>
              <a:buFont typeface="Arial" panose="020B0604020202020204" pitchFamily="34" charset="0"/>
              <a:buChar char="–"/>
              <a:defRPr sz="1200" b="0">
                <a:solidFill>
                  <a:schemeClr val="tx2"/>
                </a:solidFill>
              </a:defRPr>
            </a:lvl3pPr>
            <a:lvl4pPr marL="1599976" indent="-228570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111" indent="-228570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7EC10F5B-4C21-AEA3-115E-942A040690DC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5600703"/>
            <a:ext cx="4800600" cy="5715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800">
                <a:solidFill>
                  <a:srgbClr val="80C7FB"/>
                </a:solidFill>
                <a:latin typeface="Arial" panose="020B0604020202020204" pitchFamily="34" charset="0"/>
              </a:defRPr>
            </a:lvl1pPr>
            <a:lvl2pPr marL="457135" indent="0" algn="ctr">
              <a:buNone/>
              <a:defRPr sz="2000"/>
            </a:lvl2pPr>
            <a:lvl3pPr marL="914273" indent="0" algn="ctr">
              <a:buNone/>
              <a:defRPr sz="1800"/>
            </a:lvl3pPr>
            <a:lvl4pPr marL="1371408" indent="0" algn="ctr">
              <a:buNone/>
              <a:defRPr sz="1600"/>
            </a:lvl4pPr>
            <a:lvl5pPr marL="1828546" indent="0" algn="ctr">
              <a:buNone/>
              <a:defRPr sz="1600"/>
            </a:lvl5pPr>
            <a:lvl6pPr marL="2285686" indent="0" algn="ctr">
              <a:buNone/>
              <a:defRPr sz="1600"/>
            </a:lvl6pPr>
            <a:lvl7pPr marL="2742818" indent="0" algn="ctr">
              <a:buNone/>
              <a:defRPr sz="1600"/>
            </a:lvl7pPr>
            <a:lvl8pPr marL="3199952" indent="0" algn="ctr">
              <a:buNone/>
              <a:defRPr sz="1600"/>
            </a:lvl8pPr>
            <a:lvl9pPr marL="365708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504790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logo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0B410-C7E4-4036-89E5-3C58E91B2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-457199"/>
            <a:ext cx="10515600" cy="395816"/>
          </a:xfrm>
          <a:prstGeom prst="rect">
            <a:avLst/>
          </a:prstGeom>
        </p:spPr>
        <p:txBody>
          <a:bodyPr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5BC7EE9C-562A-4519-B67A-EB99114D5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5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pic>
        <p:nvPicPr>
          <p:cNvPr id="210" name="Picture 209">
            <a:extLst>
              <a:ext uri="{FF2B5EF4-FFF2-40B4-BE49-F238E27FC236}">
                <a16:creationId xmlns:a16="http://schemas.microsoft.com/office/drawing/2014/main" id="{9F395D62-9AFB-429C-85A8-BAAB83043A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1"/>
            <a:ext cx="2743200" cy="35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2674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5759" y="362515"/>
            <a:ext cx="10607040" cy="85344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/>
              <a:t>Click to edit content page title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65760" y="1706880"/>
            <a:ext cx="10565848" cy="4267200"/>
          </a:xfrm>
        </p:spPr>
        <p:txBody>
          <a:bodyPr wrap="square"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AAAAAA"/>
              </a:buClr>
              <a:buFont typeface="Arial" pitchFamily="34" charset="0"/>
              <a:buNone/>
              <a:defRPr sz="1867">
                <a:solidFill>
                  <a:schemeClr val="bg2"/>
                </a:solidFill>
                <a:latin typeface="Museo Sans For Dell" pitchFamily="2" charset="0"/>
              </a:defRPr>
            </a:lvl1pPr>
            <a:lvl2pPr marL="763986" indent="-308979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AAAAAA"/>
              </a:buClr>
              <a:buFont typeface="Museo Sans For Dell" pitchFamily="2" charset="0"/>
              <a:buChar char="–"/>
              <a:defRPr sz="160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AAAAAA"/>
              </a:buClr>
              <a:defRPr sz="1333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spcBef>
                <a:spcPts val="400"/>
              </a:spcBef>
              <a:spcAft>
                <a:spcPts val="0"/>
              </a:spcAft>
              <a:buClr>
                <a:srgbClr val="AAAAAA"/>
              </a:buClr>
              <a:defRPr sz="1333" baseline="0">
                <a:solidFill>
                  <a:schemeClr val="bg2"/>
                </a:solidFill>
                <a:latin typeface="Museo Sans For Dell" pitchFamily="2" charset="0"/>
              </a:defRPr>
            </a:lvl4pPr>
            <a:lvl5pPr>
              <a:spcBef>
                <a:spcPts val="400"/>
              </a:spcBef>
              <a:spcAft>
                <a:spcPts val="0"/>
              </a:spcAft>
              <a:buClr>
                <a:srgbClr val="AAAAAA"/>
              </a:buClr>
              <a:defRPr sz="1600">
                <a:solidFill>
                  <a:schemeClr val="tx1"/>
                </a:solidFill>
                <a:latin typeface="Museo Sans For Dell" pitchFamily="2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252017493"/>
      </p:ext>
    </p:extLst>
  </p:cSld>
  <p:clrMapOvr>
    <a:masterClrMapping/>
  </p:clrMapOvr>
  <p:transition spd="med">
    <p:wipe dir="r"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11430000" cy="5170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33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362666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vider green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  <a:effectLst/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43401"/>
            <a:ext cx="5715000" cy="1495795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4FFD6"/>
                </a:solidFill>
                <a:effectLst>
                  <a:glow rad="127000">
                    <a:srgbClr val="247554"/>
                  </a:glow>
                </a:effectLst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8AEE0513-2CC5-4407-B582-332F61D61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5"/>
            <a:ext cx="457200" cy="114300"/>
          </a:xfrm>
          <a:prstGeom prst="rect">
            <a:avLst/>
          </a:prstGeom>
          <a:solidFill>
            <a:srgbClr val="37CC5C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08" name="Text Placeholder 2">
            <a:extLst>
              <a:ext uri="{FF2B5EF4-FFF2-40B4-BE49-F238E27FC236}">
                <a16:creationId xmlns:a16="http://schemas.microsoft.com/office/drawing/2014/main" id="{581EB6DF-C2AD-463C-A014-FD1AA6D95B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804" y="349479"/>
            <a:ext cx="7315201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59" indent="0">
              <a:buNone/>
              <a:defRPr/>
            </a:lvl2pPr>
            <a:lvl3pPr marL="914318" indent="0">
              <a:buNone/>
              <a:defRPr/>
            </a:lvl3pPr>
            <a:lvl4pPr marL="1371476" indent="0">
              <a:buNone/>
              <a:defRPr/>
            </a:lvl4pPr>
            <a:lvl5pPr marL="1828637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534507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sub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3"/>
            <a:ext cx="11430000" cy="4431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5490" y="857251"/>
            <a:ext cx="11425529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55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4" indent="0" algn="ctr">
              <a:buNone/>
              <a:defRPr sz="1600"/>
            </a:lvl4pPr>
            <a:lvl5pPr marL="1828618" indent="0" algn="ctr">
              <a:buNone/>
              <a:defRPr sz="1600"/>
            </a:lvl5pPr>
            <a:lvl6pPr marL="2285774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5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0"/>
          </p:nvPr>
        </p:nvSpPr>
        <p:spPr>
          <a:xfrm>
            <a:off x="385490" y="1600200"/>
            <a:ext cx="11425529" cy="4572000"/>
          </a:xfrm>
          <a:prstGeom prst="rect">
            <a:avLst/>
          </a:prstGeom>
        </p:spPr>
        <p:txBody>
          <a:bodyPr lIns="0" tIns="0" rIns="0" bIns="0"/>
          <a:lstStyle>
            <a:lvl1pPr marL="228578" indent="-228578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34" indent="-228578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693" indent="-152384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040" indent="-228578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195" indent="-228578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7233748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A49A41B-9CF1-4CD6-B1E3-F736C63833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1"/>
            <a:ext cx="2743200" cy="356619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A67014B0-AEAB-4CC8-BCED-661FF1CA27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2" y="4204927"/>
            <a:ext cx="7971108" cy="7239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171" indent="0" algn="ctr">
              <a:buNone/>
              <a:defRPr sz="2000"/>
            </a:lvl2pPr>
            <a:lvl3pPr marL="914341" indent="0" algn="ctr">
              <a:buNone/>
              <a:defRPr sz="1800"/>
            </a:lvl3pPr>
            <a:lvl4pPr marL="1371510" indent="0" algn="ctr">
              <a:buNone/>
              <a:defRPr sz="1600"/>
            </a:lvl4pPr>
            <a:lvl5pPr marL="1828682" indent="0" algn="ctr">
              <a:buNone/>
              <a:defRPr sz="1600"/>
            </a:lvl5pPr>
            <a:lvl6pPr marL="2285854" indent="0" algn="ctr">
              <a:buNone/>
              <a:defRPr sz="1600"/>
            </a:lvl6pPr>
            <a:lvl7pPr marL="2743022" indent="0" algn="ctr">
              <a:buNone/>
              <a:defRPr sz="1600"/>
            </a:lvl7pPr>
            <a:lvl8pPr marL="3200192" indent="0" algn="ctr">
              <a:buNone/>
              <a:defRPr sz="1600"/>
            </a:lvl8pPr>
            <a:lvl9pPr marL="365736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F5323D-6831-4D66-AAB2-4C1920E06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1738314"/>
            <a:ext cx="7969283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733873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A49A41B-9CF1-4CD6-B1E3-F736C63833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1"/>
            <a:ext cx="2743200" cy="356619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A67014B0-AEAB-4CC8-BCED-661FF1CA27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2" y="4204927"/>
            <a:ext cx="7971108" cy="7239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171" indent="0" algn="ctr">
              <a:buNone/>
              <a:defRPr sz="2000"/>
            </a:lvl2pPr>
            <a:lvl3pPr marL="914341" indent="0" algn="ctr">
              <a:buNone/>
              <a:defRPr sz="1800"/>
            </a:lvl3pPr>
            <a:lvl4pPr marL="1371510" indent="0" algn="ctr">
              <a:buNone/>
              <a:defRPr sz="1600"/>
            </a:lvl4pPr>
            <a:lvl5pPr marL="1828682" indent="0" algn="ctr">
              <a:buNone/>
              <a:defRPr sz="1600"/>
            </a:lvl5pPr>
            <a:lvl6pPr marL="2285854" indent="0" algn="ctr">
              <a:buNone/>
              <a:defRPr sz="1600"/>
            </a:lvl6pPr>
            <a:lvl7pPr marL="2743022" indent="0" algn="ctr">
              <a:buNone/>
              <a:defRPr sz="1600"/>
            </a:lvl7pPr>
            <a:lvl8pPr marL="3200192" indent="0" algn="ctr">
              <a:buNone/>
              <a:defRPr sz="1600"/>
            </a:lvl8pPr>
            <a:lvl9pPr marL="365736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5D8143-A159-4278-916B-DB3850ADE7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3429002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F5323D-6831-4D66-AAB2-4C1920E06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1738314"/>
            <a:ext cx="7969283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5F8FF"/>
                </a:solidFill>
                <a:effectLst>
                  <a:glow rad="127000">
                    <a:srgbClr val="0D32A4"/>
                  </a:glow>
                </a:effectLst>
                <a:latin typeface="Arial Nova Light" panose="020B0304020202020204" pitchFamily="34" charset="0"/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112307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D95DA-6F2D-4DB9-A4B6-50D3D1C65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759" y="5090336"/>
            <a:ext cx="9715500" cy="747896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lnSpc>
                <a:spcPct val="90000"/>
              </a:lnSpc>
              <a:defRPr sz="540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487A85-65B5-4371-833A-AD6EFF69F5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E00A8F-8F29-4705-8469-E9075A8C1B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43902" y="914400"/>
            <a:ext cx="3467100" cy="25146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chemeClr val="bg1"/>
              </a:buClr>
              <a:defRPr sz="2000">
                <a:solidFill>
                  <a:schemeClr val="tx2"/>
                </a:solidFill>
              </a:defRPr>
            </a:lvl1pPr>
            <a:lvl2pPr marL="741333" indent="-284153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Arial" panose="020B0604020202020204" pitchFamily="34" charset="0"/>
              <a:buChar char="–"/>
              <a:defRPr sz="1800">
                <a:solidFill>
                  <a:schemeClr val="tx2"/>
                </a:solidFill>
              </a:defRPr>
            </a:lvl2pPr>
            <a:lvl3pPr marL="1142926" indent="-228586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</a:defRPr>
            </a:lvl3pPr>
            <a:lvl4pPr>
              <a:defRPr sz="1600">
                <a:solidFill>
                  <a:schemeClr val="tx2"/>
                </a:solidFill>
              </a:defRPr>
            </a:lvl4pPr>
            <a:lvl5pPr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67780377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2" y="4343401"/>
            <a:ext cx="8027895" cy="1495795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B0BFDB-C4BC-4E6F-8090-A00E82B41E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4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F30D4F-5FE4-4AA6-812B-A00AFC9811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802" y="349479"/>
            <a:ext cx="7315201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71" indent="0">
              <a:buNone/>
              <a:defRPr/>
            </a:lvl2pPr>
            <a:lvl3pPr marL="914341" indent="0">
              <a:buNone/>
              <a:defRPr/>
            </a:lvl3pPr>
            <a:lvl4pPr marL="1371510" indent="0">
              <a:buNone/>
              <a:defRPr/>
            </a:lvl4pPr>
            <a:lvl5pPr marL="1828682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133256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7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blue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2" y="3595505"/>
            <a:ext cx="4457700" cy="2243691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B0BFDB-C4BC-4E6F-8090-A00E82B41E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4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F30D4F-5FE4-4AA6-812B-A00AFC9811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800" y="349481"/>
            <a:ext cx="3771901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71" indent="0">
              <a:buNone/>
              <a:defRPr/>
            </a:lvl2pPr>
            <a:lvl3pPr marL="914341" indent="0">
              <a:buNone/>
              <a:defRPr/>
            </a:lvl3pPr>
            <a:lvl4pPr marL="1371510" indent="0">
              <a:buNone/>
              <a:defRPr/>
            </a:lvl4pPr>
            <a:lvl5pPr marL="1828682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767636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7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 bar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801185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E5F8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2" y="400054"/>
            <a:ext cx="8343900" cy="58293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228586" indent="-228586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58" indent="-228586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29" indent="-152391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096" indent="-228586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267" indent="-228586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1" y="2514603"/>
            <a:ext cx="2286000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rgbClr val="80C7FB"/>
                </a:solidFill>
                <a:latin typeface="Arial" panose="020B0604020202020204" pitchFamily="34" charset="0"/>
              </a:defRPr>
            </a:lvl1pPr>
            <a:lvl2pPr marL="457171" indent="0" algn="ctr">
              <a:buNone/>
              <a:defRPr sz="2000"/>
            </a:lvl2pPr>
            <a:lvl3pPr marL="914341" indent="0" algn="ctr">
              <a:buNone/>
              <a:defRPr sz="1800"/>
            </a:lvl3pPr>
            <a:lvl4pPr marL="1371510" indent="0" algn="ctr">
              <a:buNone/>
              <a:defRPr sz="1600"/>
            </a:lvl4pPr>
            <a:lvl5pPr marL="1828682" indent="0" algn="ctr">
              <a:buNone/>
              <a:defRPr sz="1600"/>
            </a:lvl5pPr>
            <a:lvl6pPr marL="2285854" indent="0" algn="ctr">
              <a:buNone/>
              <a:defRPr sz="1600"/>
            </a:lvl6pPr>
            <a:lvl7pPr marL="2743022" indent="0" algn="ctr">
              <a:buNone/>
              <a:defRPr sz="1600"/>
            </a:lvl7pPr>
            <a:lvl8pPr marL="3200192" indent="0" algn="ctr">
              <a:buNone/>
              <a:defRPr sz="1600"/>
            </a:lvl8pPr>
            <a:lvl9pPr marL="365736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2568184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 bar blue w ph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801185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E5F8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4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80C7FB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1" y="2514603"/>
            <a:ext cx="2286000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rgbClr val="80C7FB"/>
                </a:solidFill>
                <a:latin typeface="Arial" panose="020B0604020202020204" pitchFamily="34" charset="0"/>
              </a:defRPr>
            </a:lvl1pPr>
            <a:lvl2pPr marL="457171" indent="0" algn="ctr">
              <a:buNone/>
              <a:defRPr sz="2000"/>
            </a:lvl2pPr>
            <a:lvl3pPr marL="914341" indent="0" algn="ctr">
              <a:buNone/>
              <a:defRPr sz="1800"/>
            </a:lvl3pPr>
            <a:lvl4pPr marL="1371510" indent="0" algn="ctr">
              <a:buNone/>
              <a:defRPr sz="1600"/>
            </a:lvl4pPr>
            <a:lvl5pPr marL="1828682" indent="0" algn="ctr">
              <a:buNone/>
              <a:defRPr sz="1600"/>
            </a:lvl5pPr>
            <a:lvl6pPr marL="2285854" indent="0" algn="ctr">
              <a:buNone/>
              <a:defRPr sz="1600"/>
            </a:lvl6pPr>
            <a:lvl7pPr marL="2743022" indent="0" algn="ctr">
              <a:buNone/>
              <a:defRPr sz="1600"/>
            </a:lvl7pPr>
            <a:lvl8pPr marL="3200192" indent="0" algn="ctr">
              <a:buNone/>
              <a:defRPr sz="1600"/>
            </a:lvl8pPr>
            <a:lvl9pPr marL="365736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8FAF2F2-81F0-496C-EB9C-AD35CB49960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09902" y="0"/>
            <a:ext cx="9182100" cy="685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7165479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bar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2370DD2-DBFE-499C-8B5D-257216661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2486" y="800103"/>
            <a:ext cx="3999017" cy="8863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F25C9EF-E3D6-4E9D-83B4-E16E0BAD9154}"/>
              </a:ext>
            </a:extLst>
          </p:cNvPr>
          <p:cNvSpPr>
            <a:spLocks noGrp="1" noChangeAspect="1"/>
          </p:cNvSpPr>
          <p:nvPr>
            <p:ph sz="quarter" idx="11"/>
          </p:nvPr>
        </p:nvSpPr>
        <p:spPr>
          <a:xfrm>
            <a:off x="4438651" y="2228854"/>
            <a:ext cx="3314700" cy="3314700"/>
          </a:xfrm>
          <a:prstGeom prst="rect">
            <a:avLst/>
          </a:prstGeom>
          <a:solidFill>
            <a:srgbClr val="E5F8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CC9ADC35-0177-4D0A-A2B4-6BE8CB97A65E}"/>
              </a:ext>
            </a:extLst>
          </p:cNvPr>
          <p:cNvSpPr>
            <a:spLocks noGrp="1" noChangeAspect="1"/>
          </p:cNvSpPr>
          <p:nvPr>
            <p:ph sz="quarter" idx="12"/>
          </p:nvPr>
        </p:nvSpPr>
        <p:spPr>
          <a:xfrm>
            <a:off x="552451" y="2228854"/>
            <a:ext cx="3314700" cy="3314700"/>
          </a:xfrm>
          <a:prstGeom prst="rect">
            <a:avLst/>
          </a:prstGeom>
          <a:solidFill>
            <a:srgbClr val="E5F8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11">
            <a:extLst>
              <a:ext uri="{FF2B5EF4-FFF2-40B4-BE49-F238E27FC236}">
                <a16:creationId xmlns:a16="http://schemas.microsoft.com/office/drawing/2014/main" id="{887CCC8C-1CBB-4FA5-AC41-F8CE31E2C100}"/>
              </a:ext>
            </a:extLst>
          </p:cNvPr>
          <p:cNvSpPr>
            <a:spLocks noGrp="1" noChangeAspect="1"/>
          </p:cNvSpPr>
          <p:nvPr>
            <p:ph sz="quarter" idx="13"/>
          </p:nvPr>
        </p:nvSpPr>
        <p:spPr>
          <a:xfrm>
            <a:off x="8324851" y="2228854"/>
            <a:ext cx="3314700" cy="3314700"/>
          </a:xfrm>
          <a:prstGeom prst="rect">
            <a:avLst/>
          </a:prstGeom>
          <a:solidFill>
            <a:srgbClr val="E5F8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0538C8-EC73-7F05-6338-C470E7FBF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4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23945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D95DA-6F2D-4DB9-A4B6-50D3D1C65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558" y="3438305"/>
            <a:ext cx="9201151" cy="2676747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90000"/>
              </a:lnSpc>
              <a:defRPr sz="540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487A85-65B5-4371-833A-AD6EFF69F5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6CBAE8D-A442-4706-952E-6CCFA561B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98556" y="2914654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00294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bar w/pattern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800103"/>
            <a:ext cx="4800600" cy="88639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lang="en-US" sz="3200" dirty="0">
                <a:solidFill>
                  <a:schemeClr val="tx2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61E767C-1F50-4D42-AF6A-E15CED75F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4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09178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bar w/photo half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EADD02D-4E86-18B9-EC0D-5EFAF43C6BBB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0D32A4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6F27EC7-A1F5-878A-4E9C-42D9EE7F3BF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3429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033FDC-55EF-42E8-40A1-2BDB05C18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3829054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6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569" y="4229103"/>
            <a:ext cx="4800600" cy="88639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lang="en-US" sz="3200" dirty="0">
                <a:solidFill>
                  <a:schemeClr val="tx2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22707C3E-AA17-F74E-2CC0-F61663C5E36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1" y="3829053"/>
            <a:ext cx="5715000" cy="23431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0">
                <a:solidFill>
                  <a:schemeClr val="tx2"/>
                </a:solidFill>
              </a:defRPr>
            </a:lvl1pPr>
            <a:lvl2pPr marL="228586" indent="-228586">
              <a:lnSpc>
                <a:spcPct val="100000"/>
              </a:lnSpc>
              <a:spcBef>
                <a:spcPts val="1200"/>
              </a:spcBef>
              <a:buClr>
                <a:srgbClr val="80C7FB"/>
              </a:buClr>
              <a:buFont typeface="Arial" panose="020B0604020202020204" pitchFamily="34" charset="0"/>
              <a:buChar char="•"/>
              <a:defRPr sz="1600" b="0">
                <a:solidFill>
                  <a:schemeClr val="tx2"/>
                </a:solidFill>
              </a:defRPr>
            </a:lvl2pPr>
            <a:lvl3pPr marL="685758" indent="-228586">
              <a:lnSpc>
                <a:spcPct val="100000"/>
              </a:lnSpc>
              <a:spcBef>
                <a:spcPts val="600"/>
              </a:spcBef>
              <a:buClr>
                <a:srgbClr val="80C7FB"/>
              </a:buClr>
              <a:buFont typeface="Arial" panose="020B0604020202020204" pitchFamily="34" charset="0"/>
              <a:buChar char="–"/>
              <a:defRPr sz="1200" b="0">
                <a:solidFill>
                  <a:schemeClr val="tx2"/>
                </a:solidFill>
              </a:defRPr>
            </a:lvl3pPr>
            <a:lvl4pPr marL="1600096" indent="-228586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267" indent="-228586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7EC10F5B-4C21-AEA3-115E-942A040690DC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5600703"/>
            <a:ext cx="4800600" cy="5715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800">
                <a:solidFill>
                  <a:srgbClr val="80C7FB"/>
                </a:solidFill>
                <a:latin typeface="Arial" panose="020B0604020202020204" pitchFamily="34" charset="0"/>
              </a:defRPr>
            </a:lvl1pPr>
            <a:lvl2pPr marL="457171" indent="0" algn="ctr">
              <a:buNone/>
              <a:defRPr sz="2000"/>
            </a:lvl2pPr>
            <a:lvl3pPr marL="914341" indent="0" algn="ctr">
              <a:buNone/>
              <a:defRPr sz="1800"/>
            </a:lvl3pPr>
            <a:lvl4pPr marL="1371510" indent="0" algn="ctr">
              <a:buNone/>
              <a:defRPr sz="1600"/>
            </a:lvl4pPr>
            <a:lvl5pPr marL="1828682" indent="0" algn="ctr">
              <a:buNone/>
              <a:defRPr sz="1600"/>
            </a:lvl5pPr>
            <a:lvl6pPr marL="2285854" indent="0" algn="ctr">
              <a:buNone/>
              <a:defRPr sz="1600"/>
            </a:lvl6pPr>
            <a:lvl7pPr marL="2743022" indent="0" algn="ctr">
              <a:buNone/>
              <a:defRPr sz="1600"/>
            </a:lvl7pPr>
            <a:lvl8pPr marL="3200192" indent="0" algn="ctr">
              <a:buNone/>
              <a:defRPr sz="1600"/>
            </a:lvl8pPr>
            <a:lvl9pPr marL="365736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3106393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logo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0B410-C7E4-4036-89E5-3C58E91B2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-457199"/>
            <a:ext cx="10515600" cy="395816"/>
          </a:xfrm>
          <a:prstGeom prst="rect">
            <a:avLst/>
          </a:prstGeom>
        </p:spPr>
        <p:txBody>
          <a:bodyPr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5BC7EE9C-562A-4519-B67A-EB99114D5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4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pic>
        <p:nvPicPr>
          <p:cNvPr id="210" name="Picture 209">
            <a:extLst>
              <a:ext uri="{FF2B5EF4-FFF2-40B4-BE49-F238E27FC236}">
                <a16:creationId xmlns:a16="http://schemas.microsoft.com/office/drawing/2014/main" id="{9F395D62-9AFB-429C-85A8-BAAB83043A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1"/>
            <a:ext cx="2743200" cy="35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8312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649" y="304800"/>
            <a:ext cx="11436351" cy="5170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3733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0"/>
          </p:nvPr>
        </p:nvSpPr>
        <p:spPr>
          <a:xfrm>
            <a:off x="381000" y="1600200"/>
            <a:ext cx="5410200" cy="44196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600"/>
              </a:spcBef>
              <a:buClr>
                <a:srgbClr val="808080"/>
              </a:buClr>
              <a:defRPr sz="2400">
                <a:solidFill>
                  <a:schemeClr val="bg2"/>
                </a:solidFill>
              </a:defRPr>
            </a:lvl1pPr>
            <a:lvl2pPr marL="685783" indent="-228594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2pPr>
            <a:lvl3pPr marL="1142971" indent="-228594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Wingdings" panose="05000000000000000000" pitchFamily="2" charset="2"/>
              <a:buChar char="§"/>
              <a:defRPr sz="1467">
                <a:solidFill>
                  <a:schemeClr val="bg2"/>
                </a:solidFill>
              </a:defRPr>
            </a:lvl3pPr>
            <a:lvl4pPr marL="1600160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49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9"/>
          <p:cNvSpPr>
            <a:spLocks noGrp="1"/>
          </p:cNvSpPr>
          <p:nvPr>
            <p:ph sz="quarter" idx="11"/>
          </p:nvPr>
        </p:nvSpPr>
        <p:spPr>
          <a:xfrm>
            <a:off x="6400800" y="1600200"/>
            <a:ext cx="5410200" cy="44196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600"/>
              </a:spcBef>
              <a:buClr>
                <a:srgbClr val="808080"/>
              </a:buClr>
              <a:defRPr sz="2400">
                <a:solidFill>
                  <a:schemeClr val="bg2"/>
                </a:solidFill>
              </a:defRPr>
            </a:lvl1pPr>
            <a:lvl2pPr marL="685783" indent="-228594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2pPr>
            <a:lvl3pPr marL="1142971" indent="-228594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Wingdings" panose="05000000000000000000" pitchFamily="2" charset="2"/>
              <a:buChar char="§"/>
              <a:defRPr sz="1467">
                <a:solidFill>
                  <a:schemeClr val="bg2"/>
                </a:solidFill>
              </a:defRPr>
            </a:lvl3pPr>
            <a:lvl4pPr marL="1600160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49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385498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er_No body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366186"/>
            <a:ext cx="10515600" cy="132503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65508961"/>
      </p:ext>
    </p:extLst>
  </p:cSld>
  <p:clrMapOvr>
    <a:masterClrMapping/>
  </p:clrMapOvr>
  <p:transition spd="med">
    <p:wipe dir="r"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"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A49A41B-9CF1-4CD6-B1E3-F736C63833B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0"/>
            <a:ext cx="2743200" cy="356619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A67014B0-AEAB-4CC8-BCED-661FF1CA2731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381001" y="4204927"/>
            <a:ext cx="7971108" cy="7239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ct val="0"/>
              </a:spcBef>
              <a:buNone/>
              <a:defRPr sz="1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183" indent="0" algn="ctr">
              <a:buNone/>
              <a:defRPr sz="2000"/>
            </a:lvl2pPr>
            <a:lvl3pPr marL="914364" indent="0" algn="ctr">
              <a:buNone/>
              <a:defRPr sz="1800"/>
            </a:lvl3pPr>
            <a:lvl4pPr marL="1371544" indent="0" algn="ctr">
              <a:buNone/>
              <a:defRPr sz="1600"/>
            </a:lvl4pPr>
            <a:lvl5pPr marL="1828728" indent="0" algn="ctr">
              <a:buNone/>
              <a:defRPr sz="1600"/>
            </a:lvl5pPr>
            <a:lvl6pPr marL="2285910" indent="0" algn="ctr">
              <a:buNone/>
              <a:defRPr sz="1600"/>
            </a:lvl6pPr>
            <a:lvl7pPr marL="2743090" indent="0" algn="ctr">
              <a:buNone/>
              <a:defRPr sz="1600"/>
            </a:lvl7pPr>
            <a:lvl8pPr marL="3200272" indent="0" algn="ctr">
              <a:buNone/>
              <a:defRPr sz="1600"/>
            </a:lvl8pPr>
            <a:lvl9pPr marL="3657455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5D8143-A159-4278-916B-DB3850ADE7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3429002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F5323D-6831-4D66-AAB2-4C1920E06475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1738314"/>
            <a:ext cx="7969283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2" name="Draft">
            <a:extLst>
              <a:ext uri="{FF2B5EF4-FFF2-40B4-BE49-F238E27FC236}">
                <a16:creationId xmlns:a16="http://schemas.microsoft.com/office/drawing/2014/main" id="{7D2A01D4-2405-4B9C-AEAF-77C165A281D5}"/>
              </a:ext>
            </a:extLst>
          </p:cNvPr>
          <p:cNvSpPr txBox="1"/>
          <p:nvPr userDrawn="1"/>
        </p:nvSpPr>
        <p:spPr bwMode="gray">
          <a:xfrm>
            <a:off x="381001" y="5345921"/>
            <a:ext cx="884858" cy="24622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>
              <a:spcBef>
                <a:spcPts val="1200"/>
              </a:spcBef>
              <a:spcAft>
                <a:spcPct val="0"/>
              </a:spcAft>
              <a:buNone/>
            </a:pPr>
            <a:r>
              <a:rPr lang="en-US" sz="1600" b="1" kern="1200" cap="all" spc="300">
                <a:solidFill>
                  <a:srgbClr val="FFFFFF"/>
                </a:solidFill>
              </a:rPr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1698201748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/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Last Page Logo"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Rectangle 208">
            <a:extLst>
              <a:ext uri="{FF2B5EF4-FFF2-40B4-BE49-F238E27FC236}">
                <a16:creationId xmlns:a16="http://schemas.microsoft.com/office/drawing/2014/main" id="{5BC7EE9C-562A-4519-B67A-EB99114D5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3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pic>
        <p:nvPicPr>
          <p:cNvPr id="210" name="Picture 209">
            <a:extLst>
              <a:ext uri="{FF2B5EF4-FFF2-40B4-BE49-F238E27FC236}">
                <a16:creationId xmlns:a16="http://schemas.microsoft.com/office/drawing/2014/main" id="{9F395D62-9AFB-429C-85A8-BAAB83043A5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0"/>
            <a:ext cx="2743200" cy="35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99354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/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42901"/>
            <a:ext cx="11430000" cy="4431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279104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image" Target="../media/image1.emf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tags" Target="../tags/tag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image" Target="../media/image2.png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oleObject" Target="../embeddings/oleObject1.bin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1.xml"/><Relationship Id="rId13" Type="http://schemas.openxmlformats.org/officeDocument/2006/relationships/slideLayout" Target="../slideLayouts/slideLayout56.xml"/><Relationship Id="rId18" Type="http://schemas.openxmlformats.org/officeDocument/2006/relationships/tags" Target="../tags/tag3.xml"/><Relationship Id="rId3" Type="http://schemas.openxmlformats.org/officeDocument/2006/relationships/slideLayout" Target="../slideLayouts/slideLayout46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50.xml"/><Relationship Id="rId12" Type="http://schemas.openxmlformats.org/officeDocument/2006/relationships/slideLayout" Target="../slideLayouts/slideLayout55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45.xml"/><Relationship Id="rId16" Type="http://schemas.openxmlformats.org/officeDocument/2006/relationships/slideLayout" Target="../slideLayouts/slideLayout59.xml"/><Relationship Id="rId20" Type="http://schemas.openxmlformats.org/officeDocument/2006/relationships/image" Target="../media/image1.emf"/><Relationship Id="rId1" Type="http://schemas.openxmlformats.org/officeDocument/2006/relationships/slideLayout" Target="../slideLayouts/slideLayout44.xml"/><Relationship Id="rId6" Type="http://schemas.openxmlformats.org/officeDocument/2006/relationships/slideLayout" Target="../slideLayouts/slideLayout49.xml"/><Relationship Id="rId11" Type="http://schemas.openxmlformats.org/officeDocument/2006/relationships/slideLayout" Target="../slideLayouts/slideLayout54.xml"/><Relationship Id="rId5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58.xml"/><Relationship Id="rId10" Type="http://schemas.openxmlformats.org/officeDocument/2006/relationships/slideLayout" Target="../slideLayouts/slideLayout53.xml"/><Relationship Id="rId19" Type="http://schemas.openxmlformats.org/officeDocument/2006/relationships/oleObject" Target="../embeddings/oleObject3.bin"/><Relationship Id="rId4" Type="http://schemas.openxmlformats.org/officeDocument/2006/relationships/slideLayout" Target="../slideLayouts/slideLayout47.xml"/><Relationship Id="rId9" Type="http://schemas.openxmlformats.org/officeDocument/2006/relationships/slideLayout" Target="../slideLayouts/slideLayout52.xml"/><Relationship Id="rId14" Type="http://schemas.openxmlformats.org/officeDocument/2006/relationships/slideLayout" Target="../slideLayouts/slideLayout5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13" Type="http://schemas.openxmlformats.org/officeDocument/2006/relationships/slideLayout" Target="../slideLayouts/slideLayout72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62.xml"/><Relationship Id="rId21" Type="http://schemas.openxmlformats.org/officeDocument/2006/relationships/image" Target="../media/image1.emf"/><Relationship Id="rId7" Type="http://schemas.openxmlformats.org/officeDocument/2006/relationships/slideLayout" Target="../slideLayouts/slideLayout66.xml"/><Relationship Id="rId12" Type="http://schemas.openxmlformats.org/officeDocument/2006/relationships/slideLayout" Target="../slideLayouts/slideLayout71.xml"/><Relationship Id="rId17" Type="http://schemas.openxmlformats.org/officeDocument/2006/relationships/slideLayout" Target="../slideLayouts/slideLayout76.xml"/><Relationship Id="rId2" Type="http://schemas.openxmlformats.org/officeDocument/2006/relationships/slideLayout" Target="../slideLayouts/slideLayout61.xml"/><Relationship Id="rId16" Type="http://schemas.openxmlformats.org/officeDocument/2006/relationships/slideLayout" Target="../slideLayouts/slideLayout75.xml"/><Relationship Id="rId20" Type="http://schemas.openxmlformats.org/officeDocument/2006/relationships/oleObject" Target="../embeddings/oleObject4.bin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5" Type="http://schemas.openxmlformats.org/officeDocument/2006/relationships/slideLayout" Target="../slideLayouts/slideLayout74.xml"/><Relationship Id="rId10" Type="http://schemas.openxmlformats.org/officeDocument/2006/relationships/slideLayout" Target="../slideLayouts/slideLayout69.xml"/><Relationship Id="rId19" Type="http://schemas.openxmlformats.org/officeDocument/2006/relationships/tags" Target="../tags/tag4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Relationship Id="rId14" Type="http://schemas.openxmlformats.org/officeDocument/2006/relationships/slideLayout" Target="../slideLayouts/slideLayout73.xml"/><Relationship Id="rId22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32C392E5-A875-932C-A03D-C8474BF9631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5"/>
            </p:custDataLst>
            <p:extLst>
              <p:ext uri="{D42A27DB-BD31-4B8C-83A1-F6EECF244321}">
                <p14:modId xmlns:p14="http://schemas.microsoft.com/office/powerpoint/2010/main" val="32151232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6" imgW="347" imgH="348" progId="TCLayout.ActiveDocument.1">
                  <p:embed/>
                </p:oleObj>
              </mc:Choice>
              <mc:Fallback>
                <p:oleObj name="think-cell Slide" r:id="rId46" imgW="347" imgH="348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32C392E5-A875-932C-A03D-C8474BF963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79" y="6451744"/>
            <a:ext cx="1438656" cy="187024"/>
          </a:xfrm>
          <a:prstGeom prst="rect">
            <a:avLst/>
          </a:prstGeom>
        </p:spPr>
      </p:pic>
      <p:sp>
        <p:nvSpPr>
          <p:cNvPr id="7" name="fl" descr="                              Dell - Internal Use - Confidential&#10;"/>
          <p:cNvSpPr txBox="1"/>
          <p:nvPr/>
        </p:nvSpPr>
        <p:spPr>
          <a:xfrm>
            <a:off x="5381061" y="6701002"/>
            <a:ext cx="1429879" cy="831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marL="0" marR="0" indent="0" algn="ctr" defTabSz="1219183" rtl="0" eaLnBrk="1" fontAlgn="base" latinLnBrk="0" hangingPunct="1">
              <a:lnSpc>
                <a:spcPct val="90000"/>
              </a:lnSpc>
              <a:spcBef>
                <a:spcPts val="133"/>
              </a:spcBef>
              <a:spcAft>
                <a:spcPts val="133"/>
              </a:spcAft>
              <a:buClrTx/>
              <a:buSzTx/>
              <a:buFontTx/>
              <a:buNone/>
              <a:tabLst/>
              <a:defRPr/>
            </a:pPr>
            <a:r>
              <a:rPr lang="en-US" sz="600" b="0" i="0" u="none" baseline="0">
                <a:solidFill>
                  <a:srgbClr val="808080"/>
                </a:solidFill>
                <a:latin typeface="Arial" panose="020B0604020202020204" pitchFamily="34" charset="0"/>
              </a:rPr>
              <a:t>Copyright © Dell Inc. All Rights Reserved.</a:t>
            </a:r>
          </a:p>
        </p:txBody>
      </p:sp>
      <p:sp>
        <p:nvSpPr>
          <p:cNvPr id="6" name="TextBox 19"/>
          <p:cNvSpPr txBox="1"/>
          <p:nvPr/>
        </p:nvSpPr>
        <p:spPr>
          <a:xfrm>
            <a:off x="5120250" y="6702028"/>
            <a:ext cx="94578" cy="83100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</a:pPr>
            <a:fld id="{58EC7406-F4CC-4ABF-902E-2AF4E70E5C0F}" type="slidenum">
              <a:rPr lang="en-US" sz="600" b="0" kern="1200" smtClean="0">
                <a:solidFill>
                  <a:srgbClr val="808080"/>
                </a:solidFill>
                <a:latin typeface="Arial" panose="020B0604020202020204" pitchFamily="34" charset="0"/>
                <a:ea typeface="+mn-ea"/>
                <a:cs typeface="+mn-cs"/>
              </a:rPr>
              <a:pPr algn="r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bg1"/>
                </a:buClr>
              </a:pPr>
              <a:t>‹#›</a:t>
            </a:fld>
            <a:endParaRPr lang="en-US" sz="600" b="0" kern="1200" err="1">
              <a:solidFill>
                <a:srgbClr val="808080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FC17FF-98F9-51EF-CD1F-084B4D5F046D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87820"/>
            <a:ext cx="969963" cy="1066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700">
                <a:solidFill>
                  <a:srgbClr val="737373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Use - Confidential</a:t>
            </a:r>
          </a:p>
        </p:txBody>
      </p:sp>
    </p:spTree>
    <p:extLst>
      <p:ext uri="{BB962C8B-B14F-4D97-AF65-F5344CB8AC3E}">
        <p14:creationId xmlns:p14="http://schemas.microsoft.com/office/powerpoint/2010/main" val="2988158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61" r:id="rId43"/>
  </p:sldLayoutIdLst>
  <p:txStyles>
    <p:titleStyle>
      <a:lvl1pPr algn="l" defTabSz="914386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7" indent="-228597" algn="l" defTabSz="91438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0" indent="-228597" algn="l" defTabSz="9143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2" indent="-228597" algn="l" defTabSz="9143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76" indent="-228597" algn="l" defTabSz="9143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70" indent="-228597" algn="l" defTabSz="9143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62" indent="-228597" algn="l" defTabSz="9143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55" indent="-228597" algn="l" defTabSz="9143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49" indent="-228597" algn="l" defTabSz="9143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42" indent="-228597" algn="l" defTabSz="9143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4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86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79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73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66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58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52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46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pos="240">
          <p15:clr>
            <a:srgbClr val="F26B43"/>
          </p15:clr>
        </p15:guide>
        <p15:guide id="4" pos="74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0B9349E1-EB20-2CE1-1CC6-91134B039919}"/>
              </a:ext>
            </a:extLst>
          </p:cNvPr>
          <p:cNvGraphicFramePr>
            <a:graphicFrameLocks noChangeAspect="1"/>
          </p:cNvGraphicFramePr>
          <p:nvPr>
            <p:custDataLst>
              <p:tags r:id="rId18"/>
            </p:custDataLst>
            <p:extLst>
              <p:ext uri="{D42A27DB-BD31-4B8C-83A1-F6EECF244321}">
                <p14:modId xmlns:p14="http://schemas.microsoft.com/office/powerpoint/2010/main" val="1167177788"/>
              </p:ext>
            </p:extLst>
          </p:nvPr>
        </p:nvGraphicFramePr>
        <p:xfrm>
          <a:off x="1591" y="1591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9" imgW="347" imgH="348" progId="TCLayout.ActiveDocument.1">
                  <p:embed/>
                </p:oleObj>
              </mc:Choice>
              <mc:Fallback>
                <p:oleObj name="think-cell Slide" r:id="rId19" imgW="347" imgH="34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0B9349E1-EB20-2CE1-1CC6-91134B0399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591" y="1591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79" y="6451744"/>
            <a:ext cx="1438656" cy="187024"/>
          </a:xfrm>
          <a:prstGeom prst="rect">
            <a:avLst/>
          </a:prstGeom>
        </p:spPr>
      </p:pic>
      <p:sp>
        <p:nvSpPr>
          <p:cNvPr id="7" name="fl" descr="                              Dell - Internal Use - Confidential&#10;"/>
          <p:cNvSpPr txBox="1"/>
          <p:nvPr/>
        </p:nvSpPr>
        <p:spPr>
          <a:xfrm>
            <a:off x="5381070" y="6701009"/>
            <a:ext cx="1429879" cy="831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marL="0" marR="0" indent="0" algn="ctr" defTabSz="1219032" rtl="0" eaLnBrk="1" fontAlgn="base" latinLnBrk="0" hangingPunct="1">
              <a:lnSpc>
                <a:spcPct val="90000"/>
              </a:lnSpc>
              <a:spcBef>
                <a:spcPts val="133"/>
              </a:spcBef>
              <a:spcAft>
                <a:spcPts val="133"/>
              </a:spcAft>
              <a:buClrTx/>
              <a:buSzTx/>
              <a:buFontTx/>
              <a:buNone/>
              <a:tabLst/>
              <a:defRPr/>
            </a:pPr>
            <a:r>
              <a:rPr lang="en-US" sz="600" b="0" i="0" u="none" baseline="0">
                <a:solidFill>
                  <a:srgbClr val="808080"/>
                </a:solidFill>
                <a:latin typeface="Arial" panose="020B0604020202020204" pitchFamily="34" charset="0"/>
              </a:rPr>
              <a:t>Copyright © Dell Inc. All Rights Reserved.</a:t>
            </a:r>
          </a:p>
        </p:txBody>
      </p:sp>
      <p:sp>
        <p:nvSpPr>
          <p:cNvPr id="6" name="TextBox 19"/>
          <p:cNvSpPr txBox="1"/>
          <p:nvPr/>
        </p:nvSpPr>
        <p:spPr>
          <a:xfrm>
            <a:off x="5120250" y="6702035"/>
            <a:ext cx="94578" cy="83100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</a:pPr>
            <a:fld id="{58EC7406-F4CC-4ABF-902E-2AF4E70E5C0F}" type="slidenum">
              <a:rPr lang="en-US" sz="600" b="0" kern="1200" smtClean="0">
                <a:solidFill>
                  <a:srgbClr val="808080"/>
                </a:solidFill>
                <a:latin typeface="Arial" panose="020B0604020202020204" pitchFamily="34" charset="0"/>
                <a:ea typeface="+mn-ea"/>
                <a:cs typeface="+mn-cs"/>
              </a:rPr>
              <a:pPr algn="r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bg1"/>
                </a:buClr>
              </a:pPr>
              <a:t>‹#›</a:t>
            </a:fld>
            <a:endParaRPr lang="en-US" sz="600" b="0" kern="1200" err="1">
              <a:solidFill>
                <a:srgbClr val="808080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CCEBED-64CB-8A8F-D0A9-64BD1BA38ED5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87820"/>
            <a:ext cx="969963" cy="1066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700">
                <a:solidFill>
                  <a:srgbClr val="737373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Use - Confidential</a:t>
            </a:r>
          </a:p>
        </p:txBody>
      </p:sp>
    </p:spTree>
    <p:extLst>
      <p:ext uri="{BB962C8B-B14F-4D97-AF65-F5344CB8AC3E}">
        <p14:creationId xmlns:p14="http://schemas.microsoft.com/office/powerpoint/2010/main" val="1034140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  <p:sldLayoutId id="2147483715" r:id="rId12"/>
    <p:sldLayoutId id="2147483716" r:id="rId13"/>
    <p:sldLayoutId id="2147483718" r:id="rId14"/>
    <p:sldLayoutId id="2147483719" r:id="rId15"/>
    <p:sldLayoutId id="2147483720" r:id="rId16"/>
  </p:sldLayoutIdLst>
  <p:txStyles>
    <p:titleStyle>
      <a:lvl1pPr algn="l" defTabSz="91427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70" indent="-228570" algn="l" defTabSz="91427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10" indent="-228570" algn="l" defTabSz="91427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42" indent="-228570" algn="l" defTabSz="91427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976" indent="-228570" algn="l" defTabSz="91427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11" indent="-228570" algn="l" defTabSz="91427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249" indent="-228570" algn="l" defTabSz="91427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384" indent="-228570" algn="l" defTabSz="91427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522" indent="-228570" algn="l" defTabSz="91427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662" indent="-228570" algn="l" defTabSz="91427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7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35" algn="l" defTabSz="91427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73" algn="l" defTabSz="91427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08" algn="l" defTabSz="91427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46" algn="l" defTabSz="91427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86" algn="l" defTabSz="91427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18" algn="l" defTabSz="91427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52" algn="l" defTabSz="91427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087" algn="l" defTabSz="91427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pos="240">
          <p15:clr>
            <a:srgbClr val="F26B43"/>
          </p15:clr>
        </p15:guide>
        <p15:guide id="4" pos="74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0B9349E1-EB20-2CE1-1CC6-91134B039919}"/>
              </a:ext>
            </a:extLst>
          </p:cNvPr>
          <p:cNvGraphicFramePr>
            <a:graphicFrameLocks noChangeAspect="1"/>
          </p:cNvGraphicFramePr>
          <p:nvPr>
            <p:custDataLst>
              <p:tags r:id="rId19"/>
            </p:custDataLst>
            <p:extLst>
              <p:ext uri="{D42A27DB-BD31-4B8C-83A1-F6EECF244321}">
                <p14:modId xmlns:p14="http://schemas.microsoft.com/office/powerpoint/2010/main" val="1831774676"/>
              </p:ext>
            </p:extLst>
          </p:nvPr>
        </p:nvGraphicFramePr>
        <p:xfrm>
          <a:off x="1590" y="1590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0" imgW="347" imgH="348" progId="TCLayout.ActiveDocument.1">
                  <p:embed/>
                </p:oleObj>
              </mc:Choice>
              <mc:Fallback>
                <p:oleObj name="think-cell Slide" r:id="rId20" imgW="347" imgH="34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0B9349E1-EB20-2CE1-1CC6-91134B0399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590" y="1590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79" y="6451744"/>
            <a:ext cx="1438656" cy="187024"/>
          </a:xfrm>
          <a:prstGeom prst="rect">
            <a:avLst/>
          </a:prstGeom>
        </p:spPr>
      </p:pic>
      <p:sp>
        <p:nvSpPr>
          <p:cNvPr id="7" name="fl" descr="                              Dell - Internal Use - Confidential&#10;"/>
          <p:cNvSpPr txBox="1"/>
          <p:nvPr/>
        </p:nvSpPr>
        <p:spPr>
          <a:xfrm>
            <a:off x="5381065" y="6701005"/>
            <a:ext cx="1429879" cy="831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marL="0" marR="0" indent="0" algn="ctr" defTabSz="1219122" rtl="0" eaLnBrk="1" fontAlgn="base" latinLnBrk="0" hangingPunct="1">
              <a:lnSpc>
                <a:spcPct val="90000"/>
              </a:lnSpc>
              <a:spcBef>
                <a:spcPts val="133"/>
              </a:spcBef>
              <a:spcAft>
                <a:spcPts val="133"/>
              </a:spcAft>
              <a:buClrTx/>
              <a:buSzTx/>
              <a:buFontTx/>
              <a:buNone/>
              <a:tabLst/>
              <a:defRPr/>
            </a:pPr>
            <a:r>
              <a:rPr lang="en-US" sz="600" b="0" i="0" u="none" baseline="0">
                <a:solidFill>
                  <a:srgbClr val="808080"/>
                </a:solidFill>
                <a:latin typeface="Arial" panose="020B0604020202020204" pitchFamily="34" charset="0"/>
              </a:rPr>
              <a:t>Copyright © Dell Inc. All Rights Reserved.</a:t>
            </a:r>
          </a:p>
        </p:txBody>
      </p:sp>
      <p:sp>
        <p:nvSpPr>
          <p:cNvPr id="6" name="TextBox 19"/>
          <p:cNvSpPr txBox="1"/>
          <p:nvPr/>
        </p:nvSpPr>
        <p:spPr>
          <a:xfrm>
            <a:off x="5120250" y="6702031"/>
            <a:ext cx="94578" cy="83100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</a:pPr>
            <a:fld id="{58EC7406-F4CC-4ABF-902E-2AF4E70E5C0F}" type="slidenum">
              <a:rPr lang="en-US" sz="600" b="0" kern="1200" smtClean="0">
                <a:solidFill>
                  <a:srgbClr val="808080"/>
                </a:solidFill>
                <a:latin typeface="Arial" panose="020B0604020202020204" pitchFamily="34" charset="0"/>
                <a:ea typeface="+mn-ea"/>
                <a:cs typeface="+mn-cs"/>
              </a:rPr>
              <a:pPr algn="r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bg1"/>
                </a:buClr>
              </a:pPr>
              <a:t>‹#›</a:t>
            </a:fld>
            <a:endParaRPr lang="en-US" sz="600" b="0" kern="1200">
              <a:solidFill>
                <a:srgbClr val="808080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582CC0-A7E5-A5E9-F5AA-3DA17AD67E14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87820"/>
            <a:ext cx="969963" cy="1066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700">
                <a:solidFill>
                  <a:srgbClr val="737373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Use - Confidential</a:t>
            </a:r>
          </a:p>
        </p:txBody>
      </p:sp>
    </p:spTree>
    <p:extLst>
      <p:ext uri="{BB962C8B-B14F-4D97-AF65-F5344CB8AC3E}">
        <p14:creationId xmlns:p14="http://schemas.microsoft.com/office/powerpoint/2010/main" val="3916059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5" r:id="rId12"/>
    <p:sldLayoutId id="2147483756" r:id="rId13"/>
    <p:sldLayoutId id="2147483757" r:id="rId14"/>
    <p:sldLayoutId id="2147483758" r:id="rId15"/>
    <p:sldLayoutId id="2147483759" r:id="rId16"/>
    <p:sldLayoutId id="2147483760" r:id="rId17"/>
  </p:sldLayoutIdLst>
  <p:txStyles>
    <p:titleStyle>
      <a:lvl1pPr algn="l" defTabSz="91434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6" indent="-228586" algn="l" defTabSz="91434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58" indent="-228586" algn="l" defTabSz="91434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26" indent="-228586" algn="l" defTabSz="91434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96" indent="-228586" algn="l" defTabSz="91434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67" indent="-228586" algn="l" defTabSz="91434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37" indent="-228586" algn="l" defTabSz="91434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06" indent="-228586" algn="l" defTabSz="91434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78" indent="-228586" algn="l" defTabSz="91434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50" indent="-228586" algn="l" defTabSz="91434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4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1" algn="l" defTabSz="91434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41" algn="l" defTabSz="91434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10" algn="l" defTabSz="91434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82" algn="l" defTabSz="91434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54" algn="l" defTabSz="91434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22" algn="l" defTabSz="91434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92" algn="l" defTabSz="91434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63" algn="l" defTabSz="91434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pos="240">
          <p15:clr>
            <a:srgbClr val="F26B43"/>
          </p15:clr>
        </p15:guide>
        <p15:guide id="4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gitlab.dell.com/Parul_Pole/personalization_reactagent" TargetMode="External"/><Relationship Id="rId3" Type="http://schemas.openxmlformats.org/officeDocument/2006/relationships/hyperlink" Target="https://gitlab.dell.com/business/services/datascience/operations/eservices/eservices_athena/dbia_agentic_pillar" TargetMode="External"/><Relationship Id="rId7" Type="http://schemas.openxmlformats.org/officeDocument/2006/relationships/hyperlink" Target="https://gitlab.dell.com/G_Shenoy/escalation_agent/-/tree/main?ref_type=heads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4.xml"/><Relationship Id="rId6" Type="http://schemas.openxmlformats.org/officeDocument/2006/relationships/hyperlink" Target="https://gitlab.dell.com/business/services/datascience/operations/eservices/eservices_athena/dbia_agentic_pillar/intelligent_front_door_clone" TargetMode="External"/><Relationship Id="rId11" Type="http://schemas.openxmlformats.org/officeDocument/2006/relationships/hyperlink" Target="https://confluence.dell.com/spaces/DEE/pages/1138827897/Agentic+Use+Case+Project+Management" TargetMode="External"/><Relationship Id="rId5" Type="http://schemas.openxmlformats.org/officeDocument/2006/relationships/hyperlink" Target="https://gitlab.dell.com/business/services/datascience/operations/eservices/eservices_athena/dbia_agentic_pillar/knowledge_gap_analyst" TargetMode="External"/><Relationship Id="rId10" Type="http://schemas.openxmlformats.org/officeDocument/2006/relationships/hyperlink" Target="https://confluence.dell.com/spaces/DEE/pages/1138827895/DEE+Agentic+Use+Cases+and+Projects" TargetMode="External"/><Relationship Id="rId4" Type="http://schemas.openxmlformats.org/officeDocument/2006/relationships/hyperlink" Target="https://gitlab.dell.com/business/services/datascience/operations/eservices/eservices_athena/dbia_agentic_pillar/knowledge_asset_executor" TargetMode="External"/><Relationship Id="rId9" Type="http://schemas.openxmlformats.org/officeDocument/2006/relationships/hyperlink" Target="https://gitlab.dell.com/business/services/datascience/operations/eservices/eservices_athena/dbia_agentic_pillar/dbia_mcp_server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3.xml"/><Relationship Id="rId4" Type="http://schemas.openxmlformats.org/officeDocument/2006/relationships/image" Target="../media/image23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3017EF34-CBF1-7C7E-2996-68AE8F2D01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10-30-2025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365DED1-89E4-CC69-BA32-3ED1D9100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486211"/>
            <a:ext cx="7969282" cy="747897"/>
          </a:xfrm>
        </p:spPr>
        <p:txBody>
          <a:bodyPr/>
          <a:lstStyle/>
          <a:p>
            <a:r>
              <a:rPr lang="en-US"/>
              <a:t>DBIA Ops Agentic AI Pillar</a:t>
            </a:r>
          </a:p>
        </p:txBody>
      </p:sp>
    </p:spTree>
    <p:extLst>
      <p:ext uri="{BB962C8B-B14F-4D97-AF65-F5344CB8AC3E}">
        <p14:creationId xmlns:p14="http://schemas.microsoft.com/office/powerpoint/2010/main" val="3010631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09D6D-FAA5-9418-37C8-B8503C0C3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A84321E-C2A4-86BC-6A7D-CCAC2F99D805}"/>
              </a:ext>
            </a:extLst>
          </p:cNvPr>
          <p:cNvGrpSpPr/>
          <p:nvPr/>
        </p:nvGrpSpPr>
        <p:grpSpPr>
          <a:xfrm>
            <a:off x="381000" y="773724"/>
            <a:ext cx="11563350" cy="653190"/>
            <a:chOff x="381000" y="576565"/>
            <a:chExt cx="11563350" cy="2220043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1CC5344-3CB1-EEFD-7DDC-3EE3F3276175}"/>
                </a:ext>
              </a:extLst>
            </p:cNvPr>
            <p:cNvGrpSpPr/>
            <p:nvPr/>
          </p:nvGrpSpPr>
          <p:grpSpPr>
            <a:xfrm>
              <a:off x="381000" y="576565"/>
              <a:ext cx="1139017" cy="2220043"/>
              <a:chOff x="381001" y="1998552"/>
              <a:chExt cx="1371600" cy="1513667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9CEFA08-45B9-A3B4-E7E7-272390C525D0}"/>
                  </a:ext>
                </a:extLst>
              </p:cNvPr>
              <p:cNvSpPr/>
              <p:nvPr/>
            </p:nvSpPr>
            <p:spPr>
              <a:xfrm>
                <a:off x="381001" y="1998552"/>
                <a:ext cx="1371600" cy="1371600"/>
              </a:xfrm>
              <a:prstGeom prst="rect">
                <a:avLst/>
              </a:prstGeom>
              <a:solidFill>
                <a:schemeClr val="tx2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indent="0" defTabSz="914400">
                  <a:spcBef>
                    <a:spcPts val="0"/>
                  </a:spcBef>
                  <a:spcAft>
                    <a:spcPts val="1200"/>
                  </a:spcAft>
                  <a:buClr>
                    <a:schemeClr val="bg2"/>
                  </a:buClr>
                  <a:buNone/>
                </a:pPr>
                <a:r>
                  <a:rPr kumimoji="0" 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latin typeface="Arial Nova" panose="020B0504020202020204" pitchFamily="34" charset="0"/>
                    <a:ea typeface="+mn-ea"/>
                    <a:cs typeface="+mn-cs"/>
                  </a:rPr>
                  <a:t>Overall</a:t>
                </a: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Arial Nova Light"/>
                  <a:ea typeface="+mn-ea"/>
                  <a:cs typeface="+mn-cs"/>
                </a:endParaRPr>
              </a:p>
            </p:txBody>
          </p: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6A3F8780-0BD0-3585-0C42-2306CE1B7FB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660455" y="2295117"/>
                <a:ext cx="2672" cy="1217102"/>
              </a:xfrm>
              <a:prstGeom prst="line">
                <a:avLst/>
              </a:prstGeom>
              <a:ln w="571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665FDF6-9D7C-703E-056E-FABE1510DD42}"/>
                </a:ext>
              </a:extLst>
            </p:cNvPr>
            <p:cNvSpPr/>
            <p:nvPr/>
          </p:nvSpPr>
          <p:spPr>
            <a:xfrm>
              <a:off x="1619925" y="618625"/>
              <a:ext cx="10324425" cy="2011679"/>
            </a:xfrm>
            <a:prstGeom prst="rect">
              <a:avLst/>
            </a:prstGeom>
            <a:solidFill>
              <a:schemeClr val="tx2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marL="182880" indent="-182880">
                <a:buClr>
                  <a:schemeClr val="bg2"/>
                </a:buClr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chemeClr val="bg2"/>
                  </a:solidFill>
                  <a:latin typeface="Arial Nova Light"/>
                </a:rPr>
                <a:t>4 Use cases approved by Ken/Doug/John: (2) Knowledge, (1) Personalization, (1) VA</a:t>
              </a: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67F2E7F3-CC9F-39A9-B9BB-D6E4C36C7A66}"/>
              </a:ext>
            </a:extLst>
          </p:cNvPr>
          <p:cNvSpPr/>
          <p:nvPr/>
        </p:nvSpPr>
        <p:spPr>
          <a:xfrm>
            <a:off x="57150" y="6534150"/>
            <a:ext cx="1409700" cy="317497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1CE968-540B-DD02-CE63-A7FD363DD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30526"/>
            <a:ext cx="11430000" cy="443198"/>
          </a:xfrm>
        </p:spPr>
        <p:txBody>
          <a:bodyPr/>
          <a:lstStyle/>
          <a:p>
            <a:r>
              <a:rPr lang="en-US"/>
              <a:t>Agentic AI Action Items for phase 2 Use Cases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6E32D7D-12BF-11EE-1334-6B36ABD6B9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6734649"/>
              </p:ext>
            </p:extLst>
          </p:nvPr>
        </p:nvGraphicFramePr>
        <p:xfrm>
          <a:off x="304800" y="1246204"/>
          <a:ext cx="11639550" cy="53583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4110">
                  <a:extLst>
                    <a:ext uri="{9D8B030D-6E8A-4147-A177-3AD203B41FA5}">
                      <a16:colId xmlns:a16="http://schemas.microsoft.com/office/drawing/2014/main" val="3535794099"/>
                    </a:ext>
                  </a:extLst>
                </a:gridCol>
                <a:gridCol w="1145632">
                  <a:extLst>
                    <a:ext uri="{9D8B030D-6E8A-4147-A177-3AD203B41FA5}">
                      <a16:colId xmlns:a16="http://schemas.microsoft.com/office/drawing/2014/main" val="985240770"/>
                    </a:ext>
                  </a:extLst>
                </a:gridCol>
                <a:gridCol w="2270832">
                  <a:extLst>
                    <a:ext uri="{9D8B030D-6E8A-4147-A177-3AD203B41FA5}">
                      <a16:colId xmlns:a16="http://schemas.microsoft.com/office/drawing/2014/main" val="3862425584"/>
                    </a:ext>
                  </a:extLst>
                </a:gridCol>
                <a:gridCol w="4216350">
                  <a:extLst>
                    <a:ext uri="{9D8B030D-6E8A-4147-A177-3AD203B41FA5}">
                      <a16:colId xmlns:a16="http://schemas.microsoft.com/office/drawing/2014/main" val="2364006697"/>
                    </a:ext>
                  </a:extLst>
                </a:gridCol>
                <a:gridCol w="1621076">
                  <a:extLst>
                    <a:ext uri="{9D8B030D-6E8A-4147-A177-3AD203B41FA5}">
                      <a16:colId xmlns:a16="http://schemas.microsoft.com/office/drawing/2014/main" val="176645863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104975409"/>
                    </a:ext>
                  </a:extLst>
                </a:gridCol>
              </a:tblGrid>
              <a:tr h="453899">
                <a:tc>
                  <a:txBody>
                    <a:bodyPr/>
                    <a:lstStyle/>
                    <a:p>
                      <a:r>
                        <a:rPr lang="en-US" sz="1050" b="1">
                          <a:solidFill>
                            <a:schemeClr val="bg2"/>
                          </a:solidFill>
                          <a:latin typeface="Arial Nova Light"/>
                          <a:cs typeface="Arial"/>
                        </a:rPr>
                        <a:t>Use Cases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>
                          <a:solidFill>
                            <a:schemeClr val="bg2"/>
                          </a:solidFill>
                          <a:latin typeface="Arial Nova Light"/>
                          <a:cs typeface="Arial"/>
                        </a:rPr>
                        <a:t>Product Manager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>
                          <a:solidFill>
                            <a:schemeClr val="bg2"/>
                          </a:solidFill>
                          <a:latin typeface="Arial Nova Light"/>
                          <a:cs typeface="Arial"/>
                        </a:rPr>
                        <a:t>Completed Since Last Update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>
                          <a:solidFill>
                            <a:schemeClr val="bg2"/>
                          </a:solidFill>
                          <a:latin typeface="Arial Nova Light"/>
                          <a:cs typeface="Arial"/>
                        </a:rPr>
                        <a:t>Next Actions to be Completed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>
                          <a:solidFill>
                            <a:schemeClr val="bg2"/>
                          </a:solidFill>
                          <a:latin typeface="Arial Nova Light"/>
                          <a:cs typeface="Arial"/>
                        </a:rPr>
                        <a:t>Key Dependencies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>
                          <a:solidFill>
                            <a:schemeClr val="bg2"/>
                          </a:solidFill>
                          <a:latin typeface="Arial Nova Light"/>
                          <a:cs typeface="Arial"/>
                        </a:rPr>
                        <a:t>Phase 2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9986856"/>
                  </a:ext>
                </a:extLst>
              </a:tr>
              <a:tr h="881099">
                <a:tc>
                  <a:txBody>
                    <a:bodyPr/>
                    <a:lstStyle/>
                    <a:p>
                      <a:r>
                        <a:rPr lang="en-US" sz="1000" kern="1200">
                          <a:solidFill>
                            <a:schemeClr val="bg2"/>
                          </a:solidFill>
                          <a:latin typeface="Arial Nova Light"/>
                          <a:ea typeface="+mn-ea"/>
                          <a:cs typeface="Arial"/>
                        </a:rPr>
                        <a:t>1. KOS Knowledge Gap Analyst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000" kern="1200">
                          <a:solidFill>
                            <a:schemeClr val="bg2"/>
                          </a:solidFill>
                          <a:latin typeface="Arial Nova Light"/>
                          <a:ea typeface="+mn-ea"/>
                          <a:cs typeface="Arial"/>
                        </a:rPr>
                        <a:t>Salik Aziz/ M. Taha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kern="1200">
                          <a:solidFill>
                            <a:schemeClr val="bg2"/>
                          </a:solidFill>
                          <a:latin typeface="Arial Nova Light"/>
                          <a:ea typeface="+mn-ea"/>
                          <a:cs typeface="Arial"/>
                        </a:rPr>
                        <a:t>Initial Agent and Tool Designs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kern="1200">
                          <a:solidFill>
                            <a:schemeClr val="bg2"/>
                          </a:solidFill>
                          <a:latin typeface="Arial Nova Light"/>
                          <a:ea typeface="+mn-ea"/>
                          <a:cs typeface="Arial"/>
                        </a:rPr>
                        <a:t>Started a skeleton </a:t>
                      </a:r>
                      <a:r>
                        <a:rPr lang="en-US" sz="1000" kern="1200" err="1">
                          <a:solidFill>
                            <a:schemeClr val="bg2"/>
                          </a:solidFill>
                          <a:latin typeface="Arial Nova Light"/>
                          <a:ea typeface="+mn-ea"/>
                          <a:cs typeface="Arial"/>
                        </a:rPr>
                        <a:t>streamlit</a:t>
                      </a:r>
                      <a:r>
                        <a:rPr lang="en-US" sz="1000" kern="1200">
                          <a:solidFill>
                            <a:schemeClr val="bg2"/>
                          </a:solidFill>
                          <a:latin typeface="Arial Nova Light"/>
                          <a:ea typeface="+mn-ea"/>
                          <a:cs typeface="Arial"/>
                        </a:rPr>
                        <a:t> chat bot app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kern="1200">
                          <a:solidFill>
                            <a:schemeClr val="bg2"/>
                          </a:solidFill>
                          <a:latin typeface="Arial Nova Light"/>
                          <a:ea typeface="+mn-ea"/>
                          <a:cs typeface="Arial"/>
                        </a:rPr>
                        <a:t>Refinement of article construction agent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kern="1200">
                          <a:solidFill>
                            <a:schemeClr val="bg2"/>
                          </a:solidFill>
                          <a:latin typeface="Arial Nova Light"/>
                          <a:ea typeface="+mn-ea"/>
                          <a:cs typeface="Arial"/>
                        </a:rPr>
                        <a:t>Connect to MCP server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3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kern="1200">
                          <a:solidFill>
                            <a:schemeClr val="bg2"/>
                          </a:solidFill>
                          <a:latin typeface="Arial Nova Light"/>
                          <a:ea typeface="+mn-ea"/>
                          <a:cs typeface="Arial"/>
                        </a:rPr>
                        <a:t>Lightning, Case Logs, Product Eng JIRA API, TCD stream access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1200">
                          <a:solidFill>
                            <a:schemeClr val="bg2"/>
                          </a:solidFill>
                          <a:latin typeface="Arial Nova Light"/>
                          <a:ea typeface="+mn-ea"/>
                          <a:cs typeface="Arial"/>
                        </a:rPr>
                        <a:t>1/31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237143"/>
                  </a:ext>
                </a:extLst>
              </a:tr>
              <a:tr h="526482">
                <a:tc>
                  <a:txBody>
                    <a:bodyPr/>
                    <a:lstStyle/>
                    <a:p>
                      <a:r>
                        <a:rPr lang="en-US" sz="1000" kern="1200">
                          <a:solidFill>
                            <a:schemeClr val="bg2"/>
                          </a:solidFill>
                          <a:latin typeface="Arial Nova Light"/>
                          <a:ea typeface="+mn-ea"/>
                          <a:cs typeface="Arial"/>
                        </a:rPr>
                        <a:t>2. KOS Article Executor</a:t>
                      </a:r>
                    </a:p>
                  </a:txBody>
                  <a:tcPr>
                    <a:lnT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000" kern="1200">
                          <a:solidFill>
                            <a:schemeClr val="bg2"/>
                          </a:solidFill>
                          <a:latin typeface="Arial Nova Light"/>
                          <a:ea typeface="+mn-ea"/>
                          <a:cs typeface="Arial"/>
                        </a:rPr>
                        <a:t>Salik Aziz / Tejanath Reddy</a:t>
                      </a:r>
                    </a:p>
                  </a:txBody>
                  <a:tcPr>
                    <a:lnT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kern="1200">
                          <a:solidFill>
                            <a:schemeClr val="bg2"/>
                          </a:solidFill>
                          <a:latin typeface="Arial Nova Light"/>
                          <a:ea typeface="+mn-ea"/>
                          <a:cs typeface="Arial"/>
                        </a:rPr>
                        <a:t>Demonstrated how agent would behave for shell based execution (2 articles). 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kern="1200">
                          <a:solidFill>
                            <a:schemeClr val="bg2"/>
                          </a:solidFill>
                          <a:latin typeface="Arial Nova Light"/>
                          <a:ea typeface="+mn-ea"/>
                          <a:cs typeface="Arial"/>
                        </a:rPr>
                        <a:t>UI-to-backend workflow</a:t>
                      </a:r>
                    </a:p>
                  </a:txBody>
                  <a:tcPr>
                    <a:lnT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kern="1200">
                          <a:solidFill>
                            <a:schemeClr val="bg2"/>
                          </a:solidFill>
                          <a:latin typeface="Arial Nova Light"/>
                          <a:ea typeface="+mn-ea"/>
                          <a:cs typeface="Arial"/>
                        </a:rPr>
                        <a:t>Still in design phase on GUI driven agent portion (</a:t>
                      </a:r>
                      <a:r>
                        <a:rPr lang="en-US" sz="1000" kern="1200" err="1">
                          <a:solidFill>
                            <a:schemeClr val="bg2"/>
                          </a:solidFill>
                          <a:latin typeface="Arial Nova Light"/>
                          <a:ea typeface="+mn-ea"/>
                          <a:cs typeface="Arial"/>
                        </a:rPr>
                        <a:t>northstar</a:t>
                      </a:r>
                      <a:r>
                        <a:rPr lang="en-US" sz="1000" kern="1200">
                          <a:solidFill>
                            <a:schemeClr val="bg2"/>
                          </a:solidFill>
                          <a:latin typeface="Arial Nova Light"/>
                          <a:ea typeface="+mn-ea"/>
                          <a:cs typeface="Arial"/>
                        </a:rPr>
                        <a:t> and stopgap)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kern="1200">
                          <a:solidFill>
                            <a:schemeClr val="bg2"/>
                          </a:solidFill>
                          <a:latin typeface="Arial Nova Light"/>
                          <a:ea typeface="+mn-ea"/>
                          <a:cs typeface="Arial"/>
                        </a:rPr>
                        <a:t>Find more articles for shell execution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kern="1200">
                          <a:solidFill>
                            <a:schemeClr val="bg2"/>
                          </a:solidFill>
                          <a:latin typeface="Arial Nova Light"/>
                          <a:ea typeface="+mn-ea"/>
                          <a:cs typeface="Arial"/>
                        </a:rPr>
                        <a:t>Connect to MCP server</a:t>
                      </a:r>
                    </a:p>
                  </a:txBody>
                  <a:tcPr>
                    <a:lnT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kern="1200">
                          <a:solidFill>
                            <a:schemeClr val="bg2"/>
                          </a:solidFill>
                          <a:latin typeface="Arial Nova Light"/>
                          <a:ea typeface="+mn-ea"/>
                          <a:cs typeface="Arial"/>
                        </a:rPr>
                        <a:t>Security signoff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kern="1200">
                          <a:solidFill>
                            <a:schemeClr val="bg2"/>
                          </a:solidFill>
                          <a:latin typeface="Arial Nova Light"/>
                          <a:ea typeface="+mn-ea"/>
                          <a:cs typeface="Arial"/>
                        </a:rPr>
                        <a:t>Exploration of models</a:t>
                      </a:r>
                    </a:p>
                  </a:txBody>
                  <a:tcPr>
                    <a:lnT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>
                          <a:solidFill>
                            <a:schemeClr val="bg2"/>
                          </a:solidFill>
                          <a:latin typeface="Arial Nova Light"/>
                          <a:ea typeface="+mn-ea"/>
                          <a:cs typeface="Arial"/>
                        </a:rPr>
                        <a:t>1/31</a:t>
                      </a:r>
                    </a:p>
                    <a:p>
                      <a:endParaRPr lang="en-US" sz="1000" kern="1200">
                        <a:solidFill>
                          <a:schemeClr val="bg2"/>
                        </a:solidFill>
                        <a:latin typeface="Arial Nova Light" panose="020B03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245780"/>
                  </a:ext>
                </a:extLst>
              </a:tr>
              <a:tr h="810341">
                <a:tc>
                  <a:txBody>
                    <a:bodyPr/>
                    <a:lstStyle/>
                    <a:p>
                      <a:r>
                        <a:rPr lang="en-US" sz="1000" kern="1200">
                          <a:solidFill>
                            <a:schemeClr val="bg2"/>
                          </a:solidFill>
                          <a:latin typeface="Arial Nova Light"/>
                          <a:ea typeface="+mn-ea"/>
                          <a:cs typeface="Arial"/>
                        </a:rPr>
                        <a:t>3. P@S Online Dynamic Content Generator / IFD</a:t>
                      </a:r>
                    </a:p>
                  </a:txBody>
                  <a:tcPr>
                    <a:lnT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000" kern="1200">
                          <a:solidFill>
                            <a:schemeClr val="bg2"/>
                          </a:solidFill>
                          <a:latin typeface="Arial Nova Light"/>
                          <a:ea typeface="+mn-ea"/>
                          <a:cs typeface="Arial"/>
                        </a:rPr>
                        <a:t>John Harney</a:t>
                      </a:r>
                    </a:p>
                  </a:txBody>
                  <a:tcPr>
                    <a:lnT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kern="1200">
                          <a:solidFill>
                            <a:schemeClr val="bg2"/>
                          </a:solidFill>
                          <a:latin typeface="Arial Nova Light"/>
                          <a:ea typeface="+mn-ea"/>
                          <a:cs typeface="Arial"/>
                        </a:rPr>
                        <a:t>First demo for Meghan and DEE (9/12)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kern="1200">
                          <a:solidFill>
                            <a:schemeClr val="bg2"/>
                          </a:solidFill>
                          <a:latin typeface="Arial Nova Light"/>
                          <a:ea typeface="+mn-ea"/>
                          <a:cs typeface="Arial"/>
                        </a:rPr>
                        <a:t>Initial 3 agent design established with tool stubs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kern="1200">
                          <a:solidFill>
                            <a:schemeClr val="bg2"/>
                          </a:solidFill>
                          <a:latin typeface="Arial Nova Light"/>
                          <a:ea typeface="+mn-ea"/>
                          <a:cs typeface="Arial"/>
                        </a:rPr>
                        <a:t>Sample scenarios encoded</a:t>
                      </a:r>
                    </a:p>
                  </a:txBody>
                  <a:tcPr>
                    <a:lnT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kern="1200">
                          <a:solidFill>
                            <a:schemeClr val="bg2"/>
                          </a:solidFill>
                          <a:latin typeface="Arial Nova Light"/>
                          <a:ea typeface="+mn-ea"/>
                          <a:cs typeface="Arial"/>
                        </a:rPr>
                        <a:t>Content Rendering Agent Heuristics and Maturity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kern="1200">
                          <a:solidFill>
                            <a:schemeClr val="bg2"/>
                          </a:solidFill>
                          <a:latin typeface="Arial Nova Light"/>
                          <a:ea typeface="+mn-ea"/>
                          <a:cs typeface="Arial"/>
                        </a:rPr>
                        <a:t>Design Agent Heuristics and Maturity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kern="1200">
                          <a:solidFill>
                            <a:schemeClr val="bg2"/>
                          </a:solidFill>
                          <a:latin typeface="Arial Nova Light"/>
                          <a:ea typeface="+mn-ea"/>
                          <a:cs typeface="Arial"/>
                        </a:rPr>
                        <a:t>Personalization Tool calls for real services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kern="1200">
                          <a:solidFill>
                            <a:schemeClr val="bg2"/>
                          </a:solidFill>
                          <a:latin typeface="Arial Nova Light"/>
                          <a:ea typeface="+mn-ea"/>
                          <a:cs typeface="Arial"/>
                        </a:rPr>
                        <a:t>Connect to MCP server</a:t>
                      </a:r>
                    </a:p>
                  </a:txBody>
                  <a:tcPr>
                    <a:lnT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kern="1200">
                          <a:solidFill>
                            <a:schemeClr val="bg2"/>
                          </a:solidFill>
                          <a:latin typeface="Arial Nova Light"/>
                          <a:ea typeface="+mn-ea"/>
                          <a:cs typeface="Arial"/>
                        </a:rPr>
                        <a:t>Exploration of models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kern="1200">
                          <a:solidFill>
                            <a:schemeClr val="bg2"/>
                          </a:solidFill>
                          <a:latin typeface="Arial Nova Light"/>
                          <a:ea typeface="+mn-ea"/>
                          <a:cs typeface="Arial"/>
                        </a:rPr>
                        <a:t>Stakeholder alignment / IFD overlap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kern="1200">
                          <a:solidFill>
                            <a:schemeClr val="bg2"/>
                          </a:solidFill>
                          <a:latin typeface="Arial Nova Light"/>
                          <a:ea typeface="+mn-ea"/>
                          <a:cs typeface="Arial"/>
                        </a:rPr>
                        <a:t>Better hardware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000" kern="1200">
                        <a:solidFill>
                          <a:schemeClr val="bg2"/>
                        </a:solidFill>
                        <a:latin typeface="Arial Nova Light" panose="020B03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000" kern="1200">
                        <a:solidFill>
                          <a:schemeClr val="bg2"/>
                        </a:solidFill>
                        <a:latin typeface="Arial Nova Light" panose="020B03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>
                          <a:solidFill>
                            <a:schemeClr val="bg2"/>
                          </a:solidFill>
                          <a:latin typeface="Arial Nova Light"/>
                          <a:ea typeface="+mn-ea"/>
                          <a:cs typeface="Arial"/>
                        </a:rPr>
                        <a:t>1/31</a:t>
                      </a:r>
                    </a:p>
                  </a:txBody>
                  <a:tcPr>
                    <a:lnT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8015205"/>
                  </a:ext>
                </a:extLst>
              </a:tr>
              <a:tr h="881099">
                <a:tc>
                  <a:txBody>
                    <a:bodyPr/>
                    <a:lstStyle/>
                    <a:p>
                      <a:r>
                        <a:rPr lang="en-US" sz="1000" strike="noStrike" kern="1200">
                          <a:solidFill>
                            <a:schemeClr val="bg2"/>
                          </a:solidFill>
                          <a:latin typeface="Arial Nova Light"/>
                          <a:ea typeface="+mn-ea"/>
                          <a:cs typeface="Arial"/>
                        </a:rPr>
                        <a:t>4. VA Social Engagement</a:t>
                      </a:r>
                    </a:p>
                  </a:txBody>
                  <a:tcPr>
                    <a:lnT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000" kern="1200">
                          <a:solidFill>
                            <a:schemeClr val="bg2"/>
                          </a:solidFill>
                          <a:latin typeface="Arial Nova Light"/>
                          <a:ea typeface="+mn-ea"/>
                          <a:cs typeface="Arial"/>
                        </a:rPr>
                        <a:t>Haripriya Dittakavi</a:t>
                      </a:r>
                    </a:p>
                  </a:txBody>
                  <a:tcPr>
                    <a:lnT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kern="1200">
                          <a:solidFill>
                            <a:schemeClr val="bg2"/>
                          </a:solidFill>
                          <a:latin typeface="Arial Nova Light"/>
                          <a:ea typeface="+mn-ea"/>
                          <a:cs typeface="Arial"/>
                        </a:rPr>
                        <a:t>POC delivered for both Escalation and VA Personalization agents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kern="1200">
                          <a:solidFill>
                            <a:schemeClr val="bg2"/>
                          </a:solidFill>
                          <a:latin typeface="Arial Nova Light"/>
                          <a:ea typeface="+mn-ea"/>
                          <a:cs typeface="Arial"/>
                        </a:rPr>
                        <a:t>UI built for POCs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kern="1200">
                          <a:solidFill>
                            <a:schemeClr val="bg2"/>
                          </a:solidFill>
                          <a:latin typeface="Arial Nova Light"/>
                          <a:ea typeface="+mn-ea"/>
                          <a:cs typeface="Arial"/>
                        </a:rPr>
                        <a:t>Tools and agents built on local MCP server</a:t>
                      </a:r>
                    </a:p>
                  </a:txBody>
                  <a:tcPr>
                    <a:lnT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kern="1200">
                          <a:solidFill>
                            <a:schemeClr val="bg2"/>
                          </a:solidFill>
                          <a:latin typeface="Arial Nova Light"/>
                          <a:ea typeface="+mn-ea"/>
                          <a:cs typeface="Arial"/>
                        </a:rPr>
                        <a:t>Continue discussion with NBA team for integrating Escalation and VA Personalization tools with NBA Troubleshooting Agentic Approach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kern="1200">
                          <a:solidFill>
                            <a:schemeClr val="bg2"/>
                          </a:solidFill>
                          <a:latin typeface="Arial Nova Light"/>
                          <a:ea typeface="+mn-ea"/>
                          <a:cs typeface="Arial"/>
                        </a:rPr>
                        <a:t>Continue discussion with Chris Caroll and other business stakeholders to understand business requirements and plan for integration of Escalation tool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kern="1200">
                          <a:solidFill>
                            <a:schemeClr val="bg2"/>
                          </a:solidFill>
                          <a:latin typeface="Arial Nova Light"/>
                          <a:ea typeface="+mn-ea"/>
                          <a:cs typeface="Arial"/>
                        </a:rPr>
                        <a:t>Work with Siham, Bryan and John to integrate Online and VA Personalization agents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kern="1200">
                          <a:solidFill>
                            <a:schemeClr val="bg2"/>
                          </a:solidFill>
                          <a:latin typeface="Arial Nova Light"/>
                          <a:ea typeface="+mn-ea"/>
                          <a:cs typeface="Arial"/>
                        </a:rPr>
                        <a:t>Follow up meetings with Rich and team for VA Personalization agent</a:t>
                      </a:r>
                    </a:p>
                  </a:txBody>
                  <a:tcPr>
                    <a:lnT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kern="1200">
                          <a:solidFill>
                            <a:schemeClr val="bg2"/>
                          </a:solidFill>
                          <a:latin typeface="Arial Nova Light"/>
                          <a:ea typeface="+mn-ea"/>
                          <a:cs typeface="Arial"/>
                        </a:rPr>
                        <a:t>Expansion / Enhancing Agents solution based on business stakeholders needs</a:t>
                      </a:r>
                    </a:p>
                  </a:txBody>
                  <a:tcPr>
                    <a:lnT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strike="noStrike" kern="1200">
                          <a:solidFill>
                            <a:schemeClr val="bg2"/>
                          </a:solidFill>
                          <a:highlight>
                            <a:srgbClr val="00FF00"/>
                          </a:highlight>
                          <a:latin typeface="Arial Nova Light"/>
                          <a:ea typeface="+mn-ea"/>
                          <a:cs typeface="Arial"/>
                        </a:rPr>
                        <a:t>10/24 (Completed)</a:t>
                      </a:r>
                    </a:p>
                  </a:txBody>
                  <a:tcPr>
                    <a:lnT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9506105"/>
                  </a:ext>
                </a:extLst>
              </a:tr>
              <a:tr h="881099">
                <a:tc>
                  <a:txBody>
                    <a:bodyPr/>
                    <a:lstStyle/>
                    <a:p>
                      <a:r>
                        <a:rPr lang="en-US" sz="1000" b="1" kern="1200">
                          <a:solidFill>
                            <a:schemeClr val="bg2"/>
                          </a:solidFill>
                          <a:latin typeface="Arial Nova Light"/>
                          <a:ea typeface="+mn-ea"/>
                          <a:cs typeface="Arial"/>
                        </a:rPr>
                        <a:t>Foundational:</a:t>
                      </a:r>
                      <a:r>
                        <a:rPr lang="en-US" sz="1000" kern="1200">
                          <a:solidFill>
                            <a:schemeClr val="bg2"/>
                          </a:solidFill>
                          <a:latin typeface="Arial Nova Light"/>
                          <a:ea typeface="+mn-ea"/>
                          <a:cs typeface="Arial"/>
                        </a:rPr>
                        <a:t> Knowledge Worker</a:t>
                      </a:r>
                    </a:p>
                  </a:txBody>
                  <a:tcPr>
                    <a:lnT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000" kern="1200">
                          <a:solidFill>
                            <a:schemeClr val="bg2"/>
                          </a:solidFill>
                          <a:latin typeface="Arial Nova Light"/>
                          <a:ea typeface="+mn-ea"/>
                          <a:cs typeface="Arial"/>
                        </a:rPr>
                        <a:t>Salik Aziz</a:t>
                      </a:r>
                    </a:p>
                  </a:txBody>
                  <a:tcPr>
                    <a:lnT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kern="1200">
                          <a:solidFill>
                            <a:schemeClr val="bg2"/>
                          </a:solidFill>
                          <a:latin typeface="Arial Nova Light"/>
                          <a:ea typeface="+mn-ea"/>
                          <a:cs typeface="Arial"/>
                        </a:rPr>
                        <a:t>Identified content generation modules to be prioritized with KM team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kern="1200">
                          <a:solidFill>
                            <a:schemeClr val="bg2"/>
                          </a:solidFill>
                          <a:latin typeface="Arial Nova Light"/>
                          <a:ea typeface="+mn-ea"/>
                          <a:cs typeface="Arial"/>
                        </a:rPr>
                        <a:t>Kicked-off Gap Analyst for CSG to be the scope of POC for first iteration</a:t>
                      </a:r>
                    </a:p>
                  </a:txBody>
                  <a:tcPr>
                    <a:lnT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kern="1200">
                          <a:solidFill>
                            <a:schemeClr val="bg2"/>
                          </a:solidFill>
                          <a:latin typeface="Arial Nova Light"/>
                          <a:ea typeface="+mn-ea"/>
                          <a:cs typeface="Arial"/>
                        </a:rPr>
                        <a:t>Core team kick off 10/27</a:t>
                      </a:r>
                    </a:p>
                  </a:txBody>
                  <a:tcPr>
                    <a:lnT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kern="1200">
                          <a:solidFill>
                            <a:schemeClr val="bg2"/>
                          </a:solidFill>
                          <a:latin typeface="Arial Nova Light"/>
                          <a:ea typeface="+mn-ea"/>
                          <a:cs typeface="Arial"/>
                        </a:rPr>
                        <a:t>Infra to enable prototyping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kern="1200">
                          <a:solidFill>
                            <a:schemeClr val="bg2"/>
                          </a:solidFill>
                          <a:latin typeface="Arial Nova Light"/>
                          <a:ea typeface="+mn-ea"/>
                          <a:cs typeface="Arial"/>
                        </a:rPr>
                        <a:t>Training for resources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u="none" strike="noStrike" kern="1200" noProof="0">
                          <a:solidFill>
                            <a:schemeClr val="bg2"/>
                          </a:solidFill>
                          <a:latin typeface="Arial Nova Light"/>
                        </a:rPr>
                        <a:t>Stakeholder signoff</a:t>
                      </a:r>
                      <a:endParaRPr lang="en-US" sz="1000" kern="1200">
                        <a:solidFill>
                          <a:schemeClr val="bg2"/>
                        </a:solidFill>
                        <a:latin typeface="Arial Nova Light"/>
                        <a:ea typeface="+mn-ea"/>
                        <a:cs typeface="Arial"/>
                      </a:endParaRPr>
                    </a:p>
                  </a:txBody>
                  <a:tcPr>
                    <a:lnT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kern="1200">
                        <a:solidFill>
                          <a:srgbClr val="FF0000"/>
                        </a:solidFill>
                        <a:latin typeface="Arial Nova Light"/>
                        <a:ea typeface="+mn-ea"/>
                        <a:cs typeface="Arial"/>
                      </a:endParaRPr>
                    </a:p>
                  </a:txBody>
                  <a:tcPr>
                    <a:lnT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50971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9696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D4B19-D3AF-84E4-31B5-E392B7C6B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15E3575E-96E3-E619-8C4E-F3132B05CF4E}"/>
              </a:ext>
            </a:extLst>
          </p:cNvPr>
          <p:cNvGrpSpPr/>
          <p:nvPr/>
        </p:nvGrpSpPr>
        <p:grpSpPr>
          <a:xfrm>
            <a:off x="381000" y="773724"/>
            <a:ext cx="11563350" cy="653190"/>
            <a:chOff x="381000" y="576565"/>
            <a:chExt cx="11563350" cy="2220043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12E70F2A-A5FC-C064-6629-032DD988DD7B}"/>
                </a:ext>
              </a:extLst>
            </p:cNvPr>
            <p:cNvGrpSpPr/>
            <p:nvPr/>
          </p:nvGrpSpPr>
          <p:grpSpPr>
            <a:xfrm>
              <a:off x="381000" y="576565"/>
              <a:ext cx="1139017" cy="2220043"/>
              <a:chOff x="381001" y="1998552"/>
              <a:chExt cx="1371600" cy="1513667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20947A6B-367A-1DA8-6110-7F2EBB40396F}"/>
                  </a:ext>
                </a:extLst>
              </p:cNvPr>
              <p:cNvSpPr/>
              <p:nvPr/>
            </p:nvSpPr>
            <p:spPr>
              <a:xfrm>
                <a:off x="381001" y="1998552"/>
                <a:ext cx="1371600" cy="1371600"/>
              </a:xfrm>
              <a:prstGeom prst="rect">
                <a:avLst/>
              </a:prstGeom>
              <a:solidFill>
                <a:schemeClr val="tx2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indent="0" defTabSz="914400">
                  <a:spcBef>
                    <a:spcPts val="0"/>
                  </a:spcBef>
                  <a:spcAft>
                    <a:spcPts val="1200"/>
                  </a:spcAft>
                  <a:buClr>
                    <a:schemeClr val="bg2"/>
                  </a:buClr>
                  <a:buNone/>
                </a:pPr>
                <a:r>
                  <a:rPr kumimoji="0" 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latin typeface="Arial Nova" panose="020B0504020202020204" pitchFamily="34" charset="0"/>
                    <a:ea typeface="+mn-ea"/>
                    <a:cs typeface="+mn-cs"/>
                  </a:rPr>
                  <a:t>Overall</a:t>
                </a: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Arial Nova Light"/>
                  <a:ea typeface="+mn-ea"/>
                  <a:cs typeface="+mn-cs"/>
                </a:endParaRPr>
              </a:p>
            </p:txBody>
          </p: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857835C4-EA70-EEB0-D45C-C7CDA962EAB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660455" y="2295117"/>
                <a:ext cx="2672" cy="1217102"/>
              </a:xfrm>
              <a:prstGeom prst="line">
                <a:avLst/>
              </a:prstGeom>
              <a:ln w="571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6376124-0161-28AB-F17D-61E11421DED6}"/>
                </a:ext>
              </a:extLst>
            </p:cNvPr>
            <p:cNvSpPr/>
            <p:nvPr/>
          </p:nvSpPr>
          <p:spPr>
            <a:xfrm>
              <a:off x="1619925" y="618625"/>
              <a:ext cx="10324425" cy="2011679"/>
            </a:xfrm>
            <a:prstGeom prst="rect">
              <a:avLst/>
            </a:prstGeom>
            <a:solidFill>
              <a:schemeClr val="tx2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marL="182880" indent="-182880">
                <a:buClr>
                  <a:schemeClr val="bg2"/>
                </a:buClr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chemeClr val="bg2"/>
                  </a:solidFill>
                  <a:latin typeface="Arial Nova Light"/>
                </a:rPr>
                <a:t>4 Use cases approved by Ken/Doug/John: (2) Knowledge, (1) Personalization, (1) VA</a:t>
              </a: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45CCA580-9EF1-9A63-E7C3-5EA5B37EADF6}"/>
              </a:ext>
            </a:extLst>
          </p:cNvPr>
          <p:cNvSpPr/>
          <p:nvPr/>
        </p:nvSpPr>
        <p:spPr>
          <a:xfrm>
            <a:off x="57150" y="6534150"/>
            <a:ext cx="1409700" cy="317497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986679-5378-16DE-E53A-FB750AAF7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30526"/>
            <a:ext cx="11430000" cy="443198"/>
          </a:xfrm>
        </p:spPr>
        <p:txBody>
          <a:bodyPr/>
          <a:lstStyle/>
          <a:p>
            <a:r>
              <a:rPr lang="en-US"/>
              <a:t>Agentic AI Action Items for phase 2 Use Cases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D78D9E3-6A8E-7CC6-BE9B-586AA73876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4089931"/>
              </p:ext>
            </p:extLst>
          </p:nvPr>
        </p:nvGraphicFramePr>
        <p:xfrm>
          <a:off x="304800" y="1246204"/>
          <a:ext cx="11639550" cy="44340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4110">
                  <a:extLst>
                    <a:ext uri="{9D8B030D-6E8A-4147-A177-3AD203B41FA5}">
                      <a16:colId xmlns:a16="http://schemas.microsoft.com/office/drawing/2014/main" val="3535794099"/>
                    </a:ext>
                  </a:extLst>
                </a:gridCol>
                <a:gridCol w="1145632">
                  <a:extLst>
                    <a:ext uri="{9D8B030D-6E8A-4147-A177-3AD203B41FA5}">
                      <a16:colId xmlns:a16="http://schemas.microsoft.com/office/drawing/2014/main" val="985240770"/>
                    </a:ext>
                  </a:extLst>
                </a:gridCol>
                <a:gridCol w="2270832">
                  <a:extLst>
                    <a:ext uri="{9D8B030D-6E8A-4147-A177-3AD203B41FA5}">
                      <a16:colId xmlns:a16="http://schemas.microsoft.com/office/drawing/2014/main" val="3862425584"/>
                    </a:ext>
                  </a:extLst>
                </a:gridCol>
                <a:gridCol w="4216350">
                  <a:extLst>
                    <a:ext uri="{9D8B030D-6E8A-4147-A177-3AD203B41FA5}">
                      <a16:colId xmlns:a16="http://schemas.microsoft.com/office/drawing/2014/main" val="2364006697"/>
                    </a:ext>
                  </a:extLst>
                </a:gridCol>
                <a:gridCol w="1621076">
                  <a:extLst>
                    <a:ext uri="{9D8B030D-6E8A-4147-A177-3AD203B41FA5}">
                      <a16:colId xmlns:a16="http://schemas.microsoft.com/office/drawing/2014/main" val="176645863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104975409"/>
                    </a:ext>
                  </a:extLst>
                </a:gridCol>
              </a:tblGrid>
              <a:tr h="453899">
                <a:tc>
                  <a:txBody>
                    <a:bodyPr/>
                    <a:lstStyle/>
                    <a:p>
                      <a:r>
                        <a:rPr lang="en-US" sz="1050" b="1">
                          <a:solidFill>
                            <a:schemeClr val="bg2"/>
                          </a:solidFill>
                          <a:latin typeface="Arial Nova Light"/>
                          <a:cs typeface="Arial"/>
                        </a:rPr>
                        <a:t>Use Cases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>
                          <a:solidFill>
                            <a:schemeClr val="bg2"/>
                          </a:solidFill>
                          <a:latin typeface="Arial Nova Light"/>
                          <a:cs typeface="Arial"/>
                        </a:rPr>
                        <a:t>Product Manager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>
                          <a:solidFill>
                            <a:schemeClr val="bg2"/>
                          </a:solidFill>
                          <a:latin typeface="Arial Nova Light"/>
                          <a:cs typeface="Arial"/>
                        </a:rPr>
                        <a:t>Completed Since Last Update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>
                          <a:solidFill>
                            <a:schemeClr val="bg2"/>
                          </a:solidFill>
                          <a:latin typeface="Arial Nova Light"/>
                          <a:cs typeface="Arial"/>
                        </a:rPr>
                        <a:t>Next Actions to be Completed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>
                          <a:solidFill>
                            <a:schemeClr val="bg2"/>
                          </a:solidFill>
                          <a:latin typeface="Arial Nova Light"/>
                          <a:cs typeface="Arial"/>
                        </a:rPr>
                        <a:t>Key Dependencies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>
                          <a:solidFill>
                            <a:schemeClr val="bg2"/>
                          </a:solidFill>
                          <a:latin typeface="Arial Nova Light"/>
                          <a:cs typeface="Arial"/>
                        </a:rPr>
                        <a:t>Phase 2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9986856"/>
                  </a:ext>
                </a:extLst>
              </a:tr>
              <a:tr h="881099">
                <a:tc>
                  <a:txBody>
                    <a:bodyPr/>
                    <a:lstStyle/>
                    <a:p>
                      <a:r>
                        <a:rPr lang="en-US" sz="1000" kern="1200">
                          <a:solidFill>
                            <a:schemeClr val="bg2"/>
                          </a:solidFill>
                          <a:latin typeface="Arial Nova Light"/>
                          <a:ea typeface="+mn-ea"/>
                          <a:cs typeface="Arial"/>
                        </a:rPr>
                        <a:t>1. </a:t>
                      </a:r>
                      <a:r>
                        <a:rPr lang="en-US" sz="1000" kern="1200" err="1">
                          <a:solidFill>
                            <a:schemeClr val="bg2"/>
                          </a:solidFill>
                          <a:latin typeface="Arial Nova Light"/>
                          <a:ea typeface="+mn-ea"/>
                          <a:cs typeface="Arial"/>
                        </a:rPr>
                        <a:t>Edgeserve</a:t>
                      </a:r>
                      <a:endParaRPr lang="en-US" sz="1000" kern="1200">
                        <a:solidFill>
                          <a:schemeClr val="bg2"/>
                        </a:solidFill>
                        <a:latin typeface="Arial Nova Light"/>
                        <a:ea typeface="+mn-ea"/>
                        <a:cs typeface="Arial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000" kern="1200">
                          <a:solidFill>
                            <a:schemeClr val="bg2"/>
                          </a:solidFill>
                          <a:latin typeface="Arial Nova Light"/>
                          <a:ea typeface="+mn-ea"/>
                          <a:cs typeface="Arial"/>
                        </a:rPr>
                        <a:t>Ankush/ Abhishek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kern="1200">
                          <a:solidFill>
                            <a:schemeClr val="bg2"/>
                          </a:solidFill>
                          <a:latin typeface="Arial Nova Light"/>
                          <a:ea typeface="+mn-ea"/>
                          <a:cs typeface="Arial"/>
                        </a:rPr>
                        <a:t>…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kern="1200">
                          <a:solidFill>
                            <a:schemeClr val="bg2"/>
                          </a:solidFill>
                          <a:latin typeface="Arial Nova Light"/>
                          <a:ea typeface="+mn-ea"/>
                          <a:cs typeface="Arial"/>
                        </a:rPr>
                        <a:t>…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kern="1200">
                          <a:solidFill>
                            <a:schemeClr val="bg2"/>
                          </a:solidFill>
                          <a:latin typeface="Arial Nova Light"/>
                          <a:ea typeface="+mn-ea"/>
                          <a:cs typeface="Arial"/>
                        </a:rPr>
                        <a:t>…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kern="1200">
                          <a:solidFill>
                            <a:schemeClr val="bg2"/>
                          </a:solidFill>
                          <a:latin typeface="Arial Nova Light"/>
                          <a:ea typeface="+mn-ea"/>
                          <a:cs typeface="Arial"/>
                        </a:rPr>
                        <a:t>…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3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kern="1200">
                          <a:solidFill>
                            <a:schemeClr val="bg2"/>
                          </a:solidFill>
                          <a:latin typeface="Arial Nova Light"/>
                          <a:ea typeface="+mn-ea"/>
                          <a:cs typeface="Arial"/>
                        </a:rPr>
                        <a:t>Lightning, Case Logs, Product Eng JIRA API, TCD stream access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1200">
                          <a:solidFill>
                            <a:schemeClr val="bg2"/>
                          </a:solidFill>
                          <a:latin typeface="Arial Nova Light"/>
                          <a:ea typeface="+mn-ea"/>
                          <a:cs typeface="Arial"/>
                        </a:rPr>
                        <a:t>1/31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237143"/>
                  </a:ext>
                </a:extLst>
              </a:tr>
              <a:tr h="526482">
                <a:tc>
                  <a:txBody>
                    <a:bodyPr/>
                    <a:lstStyle/>
                    <a:p>
                      <a:endParaRPr lang="en-US" sz="1000" kern="1200">
                        <a:solidFill>
                          <a:schemeClr val="bg2"/>
                        </a:solidFill>
                        <a:latin typeface="Arial Nova Light"/>
                        <a:ea typeface="+mn-ea"/>
                        <a:cs typeface="Arial"/>
                      </a:endParaRPr>
                    </a:p>
                  </a:txBody>
                  <a:tcPr>
                    <a:lnT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000" kern="1200">
                        <a:solidFill>
                          <a:schemeClr val="bg2"/>
                        </a:solidFill>
                        <a:latin typeface="Arial Nova Light"/>
                        <a:ea typeface="+mn-ea"/>
                        <a:cs typeface="Arial"/>
                      </a:endParaRPr>
                    </a:p>
                  </a:txBody>
                  <a:tcPr>
                    <a:lnT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000" kern="1200">
                        <a:solidFill>
                          <a:schemeClr val="bg2"/>
                        </a:solidFill>
                        <a:latin typeface="Arial Nova Light"/>
                        <a:ea typeface="+mn-ea"/>
                        <a:cs typeface="Arial"/>
                      </a:endParaRPr>
                    </a:p>
                  </a:txBody>
                  <a:tcPr>
                    <a:lnT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000" kern="1200">
                        <a:solidFill>
                          <a:schemeClr val="bg2"/>
                        </a:solidFill>
                        <a:latin typeface="Arial Nova Light"/>
                        <a:ea typeface="+mn-ea"/>
                        <a:cs typeface="Arial"/>
                      </a:endParaRPr>
                    </a:p>
                  </a:txBody>
                  <a:tcPr>
                    <a:lnT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000" kern="1200">
                        <a:solidFill>
                          <a:schemeClr val="bg2"/>
                        </a:solidFill>
                        <a:latin typeface="Arial Nova Light"/>
                        <a:ea typeface="+mn-ea"/>
                        <a:cs typeface="Arial"/>
                      </a:endParaRPr>
                    </a:p>
                  </a:txBody>
                  <a:tcPr>
                    <a:lnT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kern="1200">
                        <a:solidFill>
                          <a:schemeClr val="bg2"/>
                        </a:solidFill>
                        <a:latin typeface="Arial Nova Light" panose="020B03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245780"/>
                  </a:ext>
                </a:extLst>
              </a:tr>
              <a:tr h="810341">
                <a:tc>
                  <a:txBody>
                    <a:bodyPr/>
                    <a:lstStyle/>
                    <a:p>
                      <a:endParaRPr lang="en-US" sz="1000" kern="1200">
                        <a:solidFill>
                          <a:schemeClr val="bg2"/>
                        </a:solidFill>
                        <a:latin typeface="Arial Nova Light"/>
                        <a:ea typeface="+mn-ea"/>
                        <a:cs typeface="Arial"/>
                      </a:endParaRPr>
                    </a:p>
                  </a:txBody>
                  <a:tcPr>
                    <a:lnT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000" kern="1200">
                        <a:solidFill>
                          <a:schemeClr val="bg2"/>
                        </a:solidFill>
                        <a:latin typeface="Arial Nova Light"/>
                        <a:ea typeface="+mn-ea"/>
                        <a:cs typeface="Arial"/>
                      </a:endParaRPr>
                    </a:p>
                  </a:txBody>
                  <a:tcPr>
                    <a:lnT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000" kern="1200">
                        <a:solidFill>
                          <a:schemeClr val="bg2"/>
                        </a:solidFill>
                        <a:latin typeface="Arial Nova Light"/>
                        <a:ea typeface="+mn-ea"/>
                        <a:cs typeface="Arial"/>
                      </a:endParaRPr>
                    </a:p>
                  </a:txBody>
                  <a:tcPr>
                    <a:lnT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000" kern="1200">
                        <a:solidFill>
                          <a:schemeClr val="bg2"/>
                        </a:solidFill>
                        <a:latin typeface="Arial Nova Light"/>
                        <a:ea typeface="+mn-ea"/>
                        <a:cs typeface="Arial"/>
                      </a:endParaRPr>
                    </a:p>
                  </a:txBody>
                  <a:tcPr>
                    <a:lnT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000" kern="1200">
                        <a:solidFill>
                          <a:schemeClr val="bg2"/>
                        </a:solidFill>
                        <a:latin typeface="Arial Nova Light" panose="020B03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kern="1200">
                        <a:solidFill>
                          <a:schemeClr val="bg2"/>
                        </a:solidFill>
                        <a:latin typeface="Arial Nova Light"/>
                        <a:ea typeface="+mn-ea"/>
                        <a:cs typeface="Arial"/>
                      </a:endParaRPr>
                    </a:p>
                  </a:txBody>
                  <a:tcPr>
                    <a:lnT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8015205"/>
                  </a:ext>
                </a:extLst>
              </a:tr>
              <a:tr h="881099">
                <a:tc>
                  <a:txBody>
                    <a:bodyPr/>
                    <a:lstStyle/>
                    <a:p>
                      <a:endParaRPr lang="en-US" sz="1000" strike="noStrike" kern="1200">
                        <a:solidFill>
                          <a:schemeClr val="bg2"/>
                        </a:solidFill>
                        <a:latin typeface="Arial Nova Light"/>
                        <a:ea typeface="+mn-ea"/>
                        <a:cs typeface="Arial"/>
                      </a:endParaRPr>
                    </a:p>
                  </a:txBody>
                  <a:tcPr>
                    <a:lnT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000" kern="1200">
                        <a:solidFill>
                          <a:schemeClr val="bg2"/>
                        </a:solidFill>
                        <a:latin typeface="Arial Nova Light"/>
                        <a:ea typeface="+mn-ea"/>
                        <a:cs typeface="Arial"/>
                      </a:endParaRPr>
                    </a:p>
                  </a:txBody>
                  <a:tcPr>
                    <a:lnT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000" kern="1200">
                        <a:solidFill>
                          <a:schemeClr val="bg2"/>
                        </a:solidFill>
                        <a:latin typeface="Arial Nova Light"/>
                        <a:ea typeface="+mn-ea"/>
                        <a:cs typeface="Arial"/>
                      </a:endParaRPr>
                    </a:p>
                  </a:txBody>
                  <a:tcPr>
                    <a:lnT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000" kern="1200">
                        <a:solidFill>
                          <a:schemeClr val="bg2"/>
                        </a:solidFill>
                        <a:latin typeface="Arial Nova Light"/>
                        <a:ea typeface="+mn-ea"/>
                        <a:cs typeface="Arial"/>
                      </a:endParaRPr>
                    </a:p>
                  </a:txBody>
                  <a:tcPr>
                    <a:lnT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000" kern="1200">
                        <a:solidFill>
                          <a:schemeClr val="bg2"/>
                        </a:solidFill>
                        <a:latin typeface="Arial Nova Light"/>
                        <a:ea typeface="+mn-ea"/>
                        <a:cs typeface="Arial"/>
                      </a:endParaRPr>
                    </a:p>
                  </a:txBody>
                  <a:tcPr>
                    <a:lnT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strike="noStrike" kern="1200">
                        <a:solidFill>
                          <a:schemeClr val="bg2"/>
                        </a:solidFill>
                        <a:highlight>
                          <a:srgbClr val="00FF00"/>
                        </a:highlight>
                        <a:latin typeface="Arial Nova Light"/>
                        <a:ea typeface="+mn-ea"/>
                        <a:cs typeface="Arial"/>
                      </a:endParaRPr>
                    </a:p>
                  </a:txBody>
                  <a:tcPr>
                    <a:lnT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9506105"/>
                  </a:ext>
                </a:extLst>
              </a:tr>
              <a:tr h="881099">
                <a:tc>
                  <a:txBody>
                    <a:bodyPr/>
                    <a:lstStyle/>
                    <a:p>
                      <a:endParaRPr lang="en-US" sz="1000" kern="1200">
                        <a:solidFill>
                          <a:schemeClr val="bg2"/>
                        </a:solidFill>
                        <a:latin typeface="Arial Nova Light"/>
                        <a:ea typeface="+mn-ea"/>
                        <a:cs typeface="Arial"/>
                      </a:endParaRPr>
                    </a:p>
                  </a:txBody>
                  <a:tcPr>
                    <a:lnT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000" kern="1200">
                        <a:solidFill>
                          <a:schemeClr val="bg2"/>
                        </a:solidFill>
                        <a:latin typeface="Arial Nova Light"/>
                        <a:ea typeface="+mn-ea"/>
                        <a:cs typeface="Arial"/>
                      </a:endParaRPr>
                    </a:p>
                  </a:txBody>
                  <a:tcPr>
                    <a:lnT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endParaRPr lang="en-US" sz="1000" kern="1200">
                        <a:solidFill>
                          <a:schemeClr val="bg2"/>
                        </a:solidFill>
                        <a:latin typeface="Arial Nova Light"/>
                        <a:ea typeface="+mn-ea"/>
                        <a:cs typeface="Arial"/>
                      </a:endParaRPr>
                    </a:p>
                  </a:txBody>
                  <a:tcPr>
                    <a:lnT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endParaRPr lang="en-US" sz="1000" kern="1200">
                        <a:solidFill>
                          <a:schemeClr val="bg2"/>
                        </a:solidFill>
                        <a:latin typeface="Arial Nova Light"/>
                        <a:ea typeface="+mn-ea"/>
                        <a:cs typeface="Arial"/>
                      </a:endParaRPr>
                    </a:p>
                  </a:txBody>
                  <a:tcPr>
                    <a:lnT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000" kern="1200">
                        <a:solidFill>
                          <a:schemeClr val="bg2"/>
                        </a:solidFill>
                        <a:latin typeface="Arial Nova Light"/>
                        <a:ea typeface="+mn-ea"/>
                        <a:cs typeface="Arial"/>
                      </a:endParaRPr>
                    </a:p>
                  </a:txBody>
                  <a:tcPr>
                    <a:lnT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kern="1200">
                        <a:solidFill>
                          <a:srgbClr val="FF0000"/>
                        </a:solidFill>
                        <a:latin typeface="Arial Nova Light"/>
                        <a:ea typeface="+mn-ea"/>
                        <a:cs typeface="Arial"/>
                      </a:endParaRPr>
                    </a:p>
                  </a:txBody>
                  <a:tcPr>
                    <a:lnT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50971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0957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B5F64-300E-1B2B-B920-F66ED4F2A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C7B713A-9356-BABF-E38B-25F9D6168902}"/>
              </a:ext>
            </a:extLst>
          </p:cNvPr>
          <p:cNvSpPr/>
          <p:nvPr/>
        </p:nvSpPr>
        <p:spPr>
          <a:xfrm>
            <a:off x="57150" y="6534150"/>
            <a:ext cx="1409700" cy="317497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C78D19-AADF-6266-6E0C-F15D79635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30526"/>
            <a:ext cx="11430000" cy="443198"/>
          </a:xfrm>
        </p:spPr>
        <p:txBody>
          <a:bodyPr/>
          <a:lstStyle/>
          <a:p>
            <a:r>
              <a:rPr lang="en-US"/>
              <a:t>Agentic AI Action Phase Dashboard (10-24-25)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C4DD175-F76B-A46C-CAFD-4AE2FC4208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99" y="1211357"/>
            <a:ext cx="12532301" cy="3553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498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03F23-FB23-C52B-3F59-A4BE79F78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1FF49F0-32C8-0360-6E00-7CF2AD7F793F}"/>
              </a:ext>
            </a:extLst>
          </p:cNvPr>
          <p:cNvSpPr/>
          <p:nvPr/>
        </p:nvSpPr>
        <p:spPr>
          <a:xfrm>
            <a:off x="57150" y="6534150"/>
            <a:ext cx="1409700" cy="317497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F772FB-8B38-88FF-F6EB-E344E4789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30526"/>
            <a:ext cx="11430000" cy="443198"/>
          </a:xfrm>
        </p:spPr>
        <p:txBody>
          <a:bodyPr/>
          <a:lstStyle/>
          <a:p>
            <a:r>
              <a:rPr lang="en-US" b="1">
                <a:solidFill>
                  <a:schemeClr val="accent6">
                    <a:lumMod val="50000"/>
                  </a:schemeClr>
                </a:solidFill>
              </a:rPr>
              <a:t>DEE Agentic AI Repositories and Confluence (10-29-25)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6762D-D5CD-F0A5-31DF-089893D84C4F}"/>
              </a:ext>
            </a:extLst>
          </p:cNvPr>
          <p:cNvSpPr txBox="1">
            <a:spLocks/>
          </p:cNvSpPr>
          <p:nvPr/>
        </p:nvSpPr>
        <p:spPr>
          <a:xfrm>
            <a:off x="459498" y="1075430"/>
            <a:ext cx="11144200" cy="3510705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 defTabSz="914386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194" indent="0" algn="ctr" defTabSz="91438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86" indent="0" algn="ctr" defTabSz="91438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79" indent="0" algn="ctr" defTabSz="91438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73" indent="0" algn="ctr" defTabSz="91438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66" indent="0" algn="ctr" defTabSz="91438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58" indent="0" algn="ctr" defTabSz="91438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52" indent="0" algn="ctr" defTabSz="91438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46" indent="0" algn="ctr" defTabSz="91438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b="1">
                <a:solidFill>
                  <a:schemeClr val="accent6">
                    <a:lumMod val="50000"/>
                  </a:schemeClr>
                </a:solidFill>
              </a:rPr>
              <a:t>Repositories </a:t>
            </a:r>
          </a:p>
          <a:p>
            <a:pPr marL="742944" lvl="1" indent="-285750" algn="l">
              <a:buFont typeface="Arial" panose="020B0604020202020204" pitchFamily="34" charset="0"/>
              <a:buChar char="•"/>
            </a:pPr>
            <a:endParaRPr lang="en-US" sz="1600" b="1"/>
          </a:p>
          <a:p>
            <a:pPr marL="742944" lvl="1" indent="-285750" algn="l">
              <a:buFont typeface="Arial" panose="020B0604020202020204" pitchFamily="34" charset="0"/>
              <a:buChar char="•"/>
            </a:pPr>
            <a:r>
              <a:rPr lang="en-US" sz="1600" b="1"/>
              <a:t>General - </a:t>
            </a:r>
            <a:r>
              <a:rPr lang="en-US" sz="1600" err="1">
                <a:hlinkClick r:id="rId3"/>
              </a:rPr>
              <a:t>DBIA_Agentic_Pillar</a:t>
            </a:r>
            <a:r>
              <a:rPr lang="en-US" sz="1600">
                <a:hlinkClick r:id="rId3"/>
              </a:rPr>
              <a:t> · GitLab</a:t>
            </a:r>
            <a:endParaRPr lang="en-US" sz="1600" b="1"/>
          </a:p>
          <a:p>
            <a:pPr marL="742944" lvl="1" indent="-285750" algn="l">
              <a:buFont typeface="Arial" panose="020B0604020202020204" pitchFamily="34" charset="0"/>
              <a:buChar char="•"/>
            </a:pPr>
            <a:r>
              <a:rPr lang="en-US" sz="1600" b="1"/>
              <a:t>Knowledge Asset Executor - </a:t>
            </a:r>
            <a:r>
              <a:rPr lang="en-US" sz="1600">
                <a:hlinkClick r:id="rId4"/>
              </a:rPr>
              <a:t>non-it / services / </a:t>
            </a:r>
            <a:r>
              <a:rPr lang="en-US" sz="1600" err="1">
                <a:hlinkClick r:id="rId4"/>
              </a:rPr>
              <a:t>datascience</a:t>
            </a:r>
            <a:r>
              <a:rPr lang="en-US" sz="1600">
                <a:hlinkClick r:id="rId4"/>
              </a:rPr>
              <a:t> / operations / </a:t>
            </a:r>
            <a:r>
              <a:rPr lang="en-US" sz="1600" err="1">
                <a:hlinkClick r:id="rId4"/>
              </a:rPr>
              <a:t>eServices</a:t>
            </a:r>
            <a:r>
              <a:rPr lang="en-US" sz="1600">
                <a:hlinkClick r:id="rId4"/>
              </a:rPr>
              <a:t> / </a:t>
            </a:r>
            <a:r>
              <a:rPr lang="en-US" sz="1600" err="1">
                <a:hlinkClick r:id="rId4"/>
              </a:rPr>
              <a:t>eservices_athena</a:t>
            </a:r>
            <a:r>
              <a:rPr lang="en-US" sz="1600">
                <a:hlinkClick r:id="rId4"/>
              </a:rPr>
              <a:t> / </a:t>
            </a:r>
            <a:r>
              <a:rPr lang="en-US" sz="1600" err="1">
                <a:hlinkClick r:id="rId4"/>
              </a:rPr>
              <a:t>DBIA_Agentic_Pillar</a:t>
            </a:r>
            <a:r>
              <a:rPr lang="en-US" sz="1600">
                <a:hlinkClick r:id="rId4"/>
              </a:rPr>
              <a:t> / </a:t>
            </a:r>
            <a:r>
              <a:rPr lang="en-US" sz="1600" err="1">
                <a:hlinkClick r:id="rId4"/>
              </a:rPr>
              <a:t>Knowledge_Asset_Executor</a:t>
            </a:r>
            <a:r>
              <a:rPr lang="en-US" sz="1600">
                <a:hlinkClick r:id="rId4"/>
              </a:rPr>
              <a:t> · GitLab</a:t>
            </a:r>
            <a:endParaRPr lang="en-US" sz="1600" b="1"/>
          </a:p>
          <a:p>
            <a:pPr marL="742944" lvl="1" indent="-285750" algn="l">
              <a:buFont typeface="Arial" panose="020B0604020202020204" pitchFamily="34" charset="0"/>
              <a:buChar char="•"/>
            </a:pPr>
            <a:r>
              <a:rPr lang="en-US" sz="1600" b="1"/>
              <a:t>Knowledge Gap Analyst - </a:t>
            </a:r>
            <a:r>
              <a:rPr lang="en-US" sz="1600">
                <a:hlinkClick r:id="rId5"/>
              </a:rPr>
              <a:t>non-it / services / </a:t>
            </a:r>
            <a:r>
              <a:rPr lang="en-US" sz="1600" err="1">
                <a:hlinkClick r:id="rId5"/>
              </a:rPr>
              <a:t>datascience</a:t>
            </a:r>
            <a:r>
              <a:rPr lang="en-US" sz="1600">
                <a:hlinkClick r:id="rId5"/>
              </a:rPr>
              <a:t> / operations / </a:t>
            </a:r>
            <a:r>
              <a:rPr lang="en-US" sz="1600" err="1">
                <a:hlinkClick r:id="rId5"/>
              </a:rPr>
              <a:t>eServices</a:t>
            </a:r>
            <a:r>
              <a:rPr lang="en-US" sz="1600">
                <a:hlinkClick r:id="rId5"/>
              </a:rPr>
              <a:t> / </a:t>
            </a:r>
            <a:r>
              <a:rPr lang="en-US" sz="1600" err="1">
                <a:hlinkClick r:id="rId5"/>
              </a:rPr>
              <a:t>eservices_athena</a:t>
            </a:r>
            <a:r>
              <a:rPr lang="en-US" sz="1600">
                <a:hlinkClick r:id="rId5"/>
              </a:rPr>
              <a:t> / </a:t>
            </a:r>
            <a:r>
              <a:rPr lang="en-US" sz="1600" err="1">
                <a:hlinkClick r:id="rId5"/>
              </a:rPr>
              <a:t>DBIA_Agentic_Pillar</a:t>
            </a:r>
            <a:r>
              <a:rPr lang="en-US" sz="1600">
                <a:hlinkClick r:id="rId5"/>
              </a:rPr>
              <a:t> / </a:t>
            </a:r>
            <a:r>
              <a:rPr lang="en-US" sz="1600" err="1">
                <a:hlinkClick r:id="rId5"/>
              </a:rPr>
              <a:t>Knowledge_Gap_Analyst</a:t>
            </a:r>
            <a:r>
              <a:rPr lang="en-US" sz="1600">
                <a:hlinkClick r:id="rId5"/>
              </a:rPr>
              <a:t> · GitLab</a:t>
            </a:r>
            <a:endParaRPr lang="en-US" sz="1600" b="1"/>
          </a:p>
          <a:p>
            <a:pPr marL="742944" lvl="1" indent="-285750" algn="l">
              <a:buFont typeface="Arial" panose="020B0604020202020204" pitchFamily="34" charset="0"/>
              <a:buChar char="•"/>
            </a:pPr>
            <a:r>
              <a:rPr lang="en-US" sz="1600" b="1"/>
              <a:t>Online Personalization/IFD - </a:t>
            </a:r>
            <a:r>
              <a:rPr lang="en-US" sz="1600">
                <a:hlinkClick r:id="rId6"/>
              </a:rPr>
              <a:t>non-it / services / </a:t>
            </a:r>
            <a:r>
              <a:rPr lang="en-US" sz="1600" err="1">
                <a:hlinkClick r:id="rId6"/>
              </a:rPr>
              <a:t>datascience</a:t>
            </a:r>
            <a:r>
              <a:rPr lang="en-US" sz="1600">
                <a:hlinkClick r:id="rId6"/>
              </a:rPr>
              <a:t> / operations / </a:t>
            </a:r>
            <a:r>
              <a:rPr lang="en-US" sz="1600" err="1">
                <a:hlinkClick r:id="rId6"/>
              </a:rPr>
              <a:t>eServices</a:t>
            </a:r>
            <a:r>
              <a:rPr lang="en-US" sz="1600">
                <a:hlinkClick r:id="rId6"/>
              </a:rPr>
              <a:t> / </a:t>
            </a:r>
            <a:r>
              <a:rPr lang="en-US" sz="1600" err="1">
                <a:hlinkClick r:id="rId6"/>
              </a:rPr>
              <a:t>eservices_athena</a:t>
            </a:r>
            <a:r>
              <a:rPr lang="en-US" sz="1600">
                <a:hlinkClick r:id="rId6"/>
              </a:rPr>
              <a:t> / </a:t>
            </a:r>
            <a:r>
              <a:rPr lang="en-US" sz="1600" err="1">
                <a:hlinkClick r:id="rId6"/>
              </a:rPr>
              <a:t>DBIA_Agentic_Pillar</a:t>
            </a:r>
            <a:r>
              <a:rPr lang="en-US" sz="1600">
                <a:hlinkClick r:id="rId6"/>
              </a:rPr>
              <a:t> / </a:t>
            </a:r>
            <a:r>
              <a:rPr lang="en-US" sz="1600" err="1">
                <a:hlinkClick r:id="rId6"/>
              </a:rPr>
              <a:t>Intelligent_Front_Door_clone</a:t>
            </a:r>
            <a:r>
              <a:rPr lang="en-US" sz="1600">
                <a:hlinkClick r:id="rId6"/>
              </a:rPr>
              <a:t> · GitLab</a:t>
            </a:r>
            <a:endParaRPr lang="en-US" sz="1600"/>
          </a:p>
          <a:p>
            <a:pPr marL="742944" lvl="1" indent="-285750" algn="l">
              <a:buFont typeface="Arial" panose="020B0604020202020204" pitchFamily="34" charset="0"/>
              <a:buChar char="•"/>
            </a:pPr>
            <a:r>
              <a:rPr lang="en-US" sz="1600" b="1"/>
              <a:t>VA Social Engagement (escalation) - </a:t>
            </a:r>
            <a:r>
              <a:rPr lang="en-US" sz="1600">
                <a:hlinkClick r:id="rId7"/>
              </a:rPr>
              <a:t>Files · main · KS, Ganesh / </a:t>
            </a:r>
            <a:r>
              <a:rPr lang="en-US" sz="1600" err="1">
                <a:hlinkClick r:id="rId7"/>
              </a:rPr>
              <a:t>Escalation_Agent</a:t>
            </a:r>
            <a:r>
              <a:rPr lang="en-US" sz="1600">
                <a:hlinkClick r:id="rId7"/>
              </a:rPr>
              <a:t> · GitLab</a:t>
            </a:r>
            <a:endParaRPr lang="en-US" sz="1600"/>
          </a:p>
          <a:p>
            <a:pPr marL="742944" lvl="1" indent="-285750" algn="l">
              <a:buFont typeface="Arial" panose="020B0604020202020204" pitchFamily="34" charset="0"/>
              <a:buChar char="•"/>
            </a:pPr>
            <a:r>
              <a:rPr lang="en-US" sz="1600" b="1"/>
              <a:t>VA Social Engagement (personalization) - </a:t>
            </a:r>
            <a:r>
              <a:rPr lang="en-US" sz="1600" err="1">
                <a:hlinkClick r:id="rId8" tooltip="https://gitlab.dell.com/parul_pole/personalization_reactagent"/>
              </a:rPr>
              <a:t>Personalization_ReactAgent</a:t>
            </a:r>
            <a:r>
              <a:rPr lang="en-US" sz="1600">
                <a:hlinkClick r:id="rId8" tooltip="https://gitlab.dell.com/parul_pole/personalization_reactagent"/>
              </a:rPr>
              <a:t> · GitLab</a:t>
            </a:r>
            <a:endParaRPr lang="en-US" sz="1600"/>
          </a:p>
          <a:p>
            <a:pPr marL="742944" lvl="1" indent="-285750" algn="l">
              <a:buFont typeface="Arial" panose="020B0604020202020204" pitchFamily="34" charset="0"/>
              <a:buChar char="•"/>
            </a:pPr>
            <a:r>
              <a:rPr lang="en-US" sz="1600" b="1"/>
              <a:t>DBIA MCP Server - </a:t>
            </a:r>
            <a:r>
              <a:rPr lang="en-US" sz="1600">
                <a:hlinkClick r:id="rId9"/>
              </a:rPr>
              <a:t>non-it / services / </a:t>
            </a:r>
            <a:r>
              <a:rPr lang="en-US" sz="1600" err="1">
                <a:hlinkClick r:id="rId9"/>
              </a:rPr>
              <a:t>datascience</a:t>
            </a:r>
            <a:r>
              <a:rPr lang="en-US" sz="1600">
                <a:hlinkClick r:id="rId9"/>
              </a:rPr>
              <a:t> / operations / </a:t>
            </a:r>
            <a:r>
              <a:rPr lang="en-US" sz="1600" err="1">
                <a:hlinkClick r:id="rId9"/>
              </a:rPr>
              <a:t>eServices</a:t>
            </a:r>
            <a:r>
              <a:rPr lang="en-US" sz="1600">
                <a:hlinkClick r:id="rId9"/>
              </a:rPr>
              <a:t> / </a:t>
            </a:r>
            <a:r>
              <a:rPr lang="en-US" sz="1600" err="1">
                <a:hlinkClick r:id="rId9"/>
              </a:rPr>
              <a:t>eservices_athena</a:t>
            </a:r>
            <a:r>
              <a:rPr lang="en-US" sz="1600">
                <a:hlinkClick r:id="rId9"/>
              </a:rPr>
              <a:t> / </a:t>
            </a:r>
            <a:r>
              <a:rPr lang="en-US" sz="1600" err="1">
                <a:hlinkClick r:id="rId9"/>
              </a:rPr>
              <a:t>DBIA_Agentic_Pillar</a:t>
            </a:r>
            <a:r>
              <a:rPr lang="en-US" sz="1600">
                <a:hlinkClick r:id="rId9"/>
              </a:rPr>
              <a:t> / </a:t>
            </a:r>
            <a:r>
              <a:rPr lang="en-US" sz="1600" err="1">
                <a:hlinkClick r:id="rId9"/>
              </a:rPr>
              <a:t>DBIA_MCP_Server</a:t>
            </a:r>
            <a:r>
              <a:rPr lang="en-US" sz="1600">
                <a:hlinkClick r:id="rId9"/>
              </a:rPr>
              <a:t> · GitLab</a:t>
            </a:r>
            <a:endParaRPr lang="en-US" sz="1600" b="1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5AC8B27-AC0C-8443-2C7A-5E678EBC901F}"/>
              </a:ext>
            </a:extLst>
          </p:cNvPr>
          <p:cNvSpPr txBox="1">
            <a:spLocks/>
          </p:cNvSpPr>
          <p:nvPr/>
        </p:nvSpPr>
        <p:spPr>
          <a:xfrm>
            <a:off x="523900" y="4793633"/>
            <a:ext cx="11144200" cy="1417311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 defTabSz="914386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194" indent="0" algn="ctr" defTabSz="91438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86" indent="0" algn="ctr" defTabSz="91438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79" indent="0" algn="ctr" defTabSz="91438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73" indent="0" algn="ctr" defTabSz="91438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66" indent="0" algn="ctr" defTabSz="91438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58" indent="0" algn="ctr" defTabSz="91438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52" indent="0" algn="ctr" defTabSz="91438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46" indent="0" algn="ctr" defTabSz="91438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b="1">
                <a:solidFill>
                  <a:schemeClr val="accent6">
                    <a:lumMod val="50000"/>
                  </a:schemeClr>
                </a:solidFill>
              </a:rPr>
              <a:t>Confluence / Documentation</a:t>
            </a:r>
          </a:p>
          <a:p>
            <a:pPr marL="742944" lvl="1" indent="-285750" algn="l">
              <a:buFont typeface="Arial" panose="020B0604020202020204" pitchFamily="34" charset="0"/>
              <a:buChar char="•"/>
            </a:pPr>
            <a:endParaRPr lang="en-US" sz="1600" b="1"/>
          </a:p>
          <a:p>
            <a:pPr marL="742944" lvl="1" indent="-285750" algn="l">
              <a:buFont typeface="Arial" panose="020B0604020202020204" pitchFamily="34" charset="0"/>
              <a:buChar char="•"/>
            </a:pPr>
            <a:r>
              <a:rPr lang="en-US" sz="1600" b="1"/>
              <a:t>General - </a:t>
            </a:r>
            <a:r>
              <a:rPr lang="en-US" sz="1600">
                <a:hlinkClick r:id="rId10"/>
              </a:rPr>
              <a:t>DEE Agentic Use Cases and Projects - Digital Enablement and Engagement - Dell IT Confluence</a:t>
            </a:r>
            <a:endParaRPr lang="en-US" sz="1600" b="1"/>
          </a:p>
          <a:p>
            <a:pPr marL="742944" lvl="1" indent="-285750" algn="l">
              <a:buFont typeface="Arial" panose="020B0604020202020204" pitchFamily="34" charset="0"/>
              <a:buChar char="•"/>
            </a:pPr>
            <a:r>
              <a:rPr lang="en-US" sz="1600" b="1" err="1"/>
              <a:t>Proj</a:t>
            </a:r>
            <a:r>
              <a:rPr lang="en-US" sz="1600" b="1"/>
              <a:t> Management - </a:t>
            </a:r>
            <a:r>
              <a:rPr lang="en-US" sz="1600">
                <a:hlinkClick r:id="rId11"/>
              </a:rPr>
              <a:t>Agentic Use Case Project Management - Digital Enablement and Engagement - Dell IT Confluence</a:t>
            </a:r>
            <a:endParaRPr lang="en-US" sz="1600" b="1"/>
          </a:p>
        </p:txBody>
      </p:sp>
    </p:spTree>
    <p:extLst>
      <p:ext uri="{BB962C8B-B14F-4D97-AF65-F5344CB8AC3E}">
        <p14:creationId xmlns:p14="http://schemas.microsoft.com/office/powerpoint/2010/main" val="27112209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53062-B224-72F3-E247-10CA081C5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9478C-1420-66B4-FF94-A968D4038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Agentic Solution – Initial Design (agentic state example)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679111-8F1B-D92A-F151-F4D1866E37B0}"/>
              </a:ext>
            </a:extLst>
          </p:cNvPr>
          <p:cNvGraphicFramePr>
            <a:graphicFrameLocks noGrp="1"/>
          </p:cNvGraphicFramePr>
          <p:nvPr/>
        </p:nvGraphicFramePr>
        <p:xfrm>
          <a:off x="214922" y="1907943"/>
          <a:ext cx="4531694" cy="46512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31694">
                  <a:extLst>
                    <a:ext uri="{9D8B030D-6E8A-4147-A177-3AD203B41FA5}">
                      <a16:colId xmlns:a16="http://schemas.microsoft.com/office/drawing/2014/main" val="483031074"/>
                    </a:ext>
                  </a:extLst>
                </a:gridCol>
              </a:tblGrid>
              <a:tr h="63254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7386747"/>
                  </a:ext>
                </a:extLst>
              </a:tr>
              <a:tr h="97656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1265993"/>
                  </a:ext>
                </a:extLst>
              </a:tr>
              <a:tr h="70570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4157057"/>
                  </a:ext>
                </a:extLst>
              </a:tr>
              <a:tr h="1627882">
                <a:tc>
                  <a:txBody>
                    <a:bodyPr/>
                    <a:lstStyle/>
                    <a:p>
                      <a:endParaRPr lang="en-US"/>
                    </a:p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374470"/>
                  </a:ext>
                </a:extLst>
              </a:tr>
              <a:tr h="708565"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8476961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476C584A-4D47-8B2C-27CF-42FA354A9F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665" y="5850921"/>
            <a:ext cx="4421870" cy="6185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554D452-7A94-C2D2-FF19-C6B52A0620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747" y="1988709"/>
            <a:ext cx="4235706" cy="533945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00BDF58-6F37-B0BD-4F75-CB8A83872D8B}"/>
              </a:ext>
            </a:extLst>
          </p:cNvPr>
          <p:cNvSpPr/>
          <p:nvPr/>
        </p:nvSpPr>
        <p:spPr>
          <a:xfrm>
            <a:off x="5446958" y="2052900"/>
            <a:ext cx="6530119" cy="2976944"/>
          </a:xfrm>
          <a:prstGeom prst="roundRect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noFill/>
            </a:endParaRPr>
          </a:p>
        </p:txBody>
      </p:sp>
      <p:pic>
        <p:nvPicPr>
          <p:cNvPr id="23" name="Picture 4" descr="Image result for ai bot agent icon">
            <a:extLst>
              <a:ext uri="{FF2B5EF4-FFF2-40B4-BE49-F238E27FC236}">
                <a16:creationId xmlns:a16="http://schemas.microsoft.com/office/drawing/2014/main" id="{E64EF80F-AAFB-806B-206D-3D6D05B244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7698" y="3180477"/>
            <a:ext cx="413323" cy="413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4" descr="Image result for ai bot agent icon">
            <a:extLst>
              <a:ext uri="{FF2B5EF4-FFF2-40B4-BE49-F238E27FC236}">
                <a16:creationId xmlns:a16="http://schemas.microsoft.com/office/drawing/2014/main" id="{B224DF10-98E1-280C-7E91-C5723790D2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4864" y="3180477"/>
            <a:ext cx="413323" cy="413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4" descr="Image result for ai bot agent icon">
            <a:extLst>
              <a:ext uri="{FF2B5EF4-FFF2-40B4-BE49-F238E27FC236}">
                <a16:creationId xmlns:a16="http://schemas.microsoft.com/office/drawing/2014/main" id="{0142E13F-A61C-823A-4179-94E7239E20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0999" y="3180477"/>
            <a:ext cx="413323" cy="413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2D38218-0625-64DD-6F96-1A918EF1470A}"/>
              </a:ext>
            </a:extLst>
          </p:cNvPr>
          <p:cNvCxnSpPr>
            <a:cxnSpLocks/>
          </p:cNvCxnSpPr>
          <p:nvPr/>
        </p:nvCxnSpPr>
        <p:spPr>
          <a:xfrm>
            <a:off x="4855249" y="3297491"/>
            <a:ext cx="45039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1F260C8-9066-1165-F2B7-458CB69A79B9}"/>
              </a:ext>
            </a:extLst>
          </p:cNvPr>
          <p:cNvSpPr/>
          <p:nvPr/>
        </p:nvSpPr>
        <p:spPr>
          <a:xfrm>
            <a:off x="6663231" y="3009010"/>
            <a:ext cx="882255" cy="866556"/>
          </a:xfrm>
          <a:prstGeom prst="roundRect">
            <a:avLst/>
          </a:prstGeom>
          <a:noFill/>
          <a:ln w="19050">
            <a:solidFill>
              <a:schemeClr val="bg2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noFill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02EE9E0-8AEF-91F4-B7E4-1DC559E924D0}"/>
              </a:ext>
            </a:extLst>
          </p:cNvPr>
          <p:cNvCxnSpPr>
            <a:cxnSpLocks/>
          </p:cNvCxnSpPr>
          <p:nvPr/>
        </p:nvCxnSpPr>
        <p:spPr>
          <a:xfrm>
            <a:off x="7123815" y="3997840"/>
            <a:ext cx="0" cy="446567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E8EA12-A70E-8DB8-357D-23BED7B72CAB}"/>
              </a:ext>
            </a:extLst>
          </p:cNvPr>
          <p:cNvSpPr/>
          <p:nvPr/>
        </p:nvSpPr>
        <p:spPr>
          <a:xfrm>
            <a:off x="8190942" y="3009010"/>
            <a:ext cx="882255" cy="866556"/>
          </a:xfrm>
          <a:prstGeom prst="roundRect">
            <a:avLst/>
          </a:prstGeom>
          <a:noFill/>
          <a:ln w="19050">
            <a:solidFill>
              <a:schemeClr val="bg2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noFill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1596B6B-9161-1868-7352-F489F10E2B69}"/>
              </a:ext>
            </a:extLst>
          </p:cNvPr>
          <p:cNvCxnSpPr>
            <a:cxnSpLocks/>
          </p:cNvCxnSpPr>
          <p:nvPr/>
        </p:nvCxnSpPr>
        <p:spPr>
          <a:xfrm>
            <a:off x="8651526" y="3997840"/>
            <a:ext cx="0" cy="446567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D0D5F5C3-A29D-7C8D-9B91-B019B8BBC95D}"/>
              </a:ext>
            </a:extLst>
          </p:cNvPr>
          <p:cNvSpPr/>
          <p:nvPr/>
        </p:nvSpPr>
        <p:spPr>
          <a:xfrm>
            <a:off x="9756532" y="3009010"/>
            <a:ext cx="882255" cy="866556"/>
          </a:xfrm>
          <a:prstGeom prst="roundRect">
            <a:avLst/>
          </a:prstGeom>
          <a:noFill/>
          <a:ln w="19050">
            <a:solidFill>
              <a:schemeClr val="bg2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noFill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8F3B0B3-362D-9ED5-4CD9-DB5468B05688}"/>
              </a:ext>
            </a:extLst>
          </p:cNvPr>
          <p:cNvCxnSpPr>
            <a:cxnSpLocks/>
          </p:cNvCxnSpPr>
          <p:nvPr/>
        </p:nvCxnSpPr>
        <p:spPr>
          <a:xfrm>
            <a:off x="10197659" y="3974802"/>
            <a:ext cx="0" cy="446567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Flowchart: Manual Operation 31">
            <a:extLst>
              <a:ext uri="{FF2B5EF4-FFF2-40B4-BE49-F238E27FC236}">
                <a16:creationId xmlns:a16="http://schemas.microsoft.com/office/drawing/2014/main" id="{0A0ABAE9-405C-023B-A39E-1287227A9DC2}"/>
              </a:ext>
            </a:extLst>
          </p:cNvPr>
          <p:cNvSpPr/>
          <p:nvPr/>
        </p:nvSpPr>
        <p:spPr>
          <a:xfrm>
            <a:off x="8265228" y="5489775"/>
            <a:ext cx="772595" cy="756687"/>
          </a:xfrm>
          <a:prstGeom prst="flowChartManualOperation">
            <a:avLst/>
          </a:prstGeom>
          <a:solidFill>
            <a:schemeClr val="tx2">
              <a:lumMod val="95000"/>
            </a:schemeClr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D1F4B64-6ED9-EDE2-9933-DBDD59C40817}"/>
              </a:ext>
            </a:extLst>
          </p:cNvPr>
          <p:cNvSpPr txBox="1"/>
          <p:nvPr/>
        </p:nvSpPr>
        <p:spPr>
          <a:xfrm>
            <a:off x="8265228" y="5585334"/>
            <a:ext cx="77259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b="1"/>
              <a:t>Available MFEs</a:t>
            </a:r>
          </a:p>
        </p:txBody>
      </p:sp>
      <p:sp>
        <p:nvSpPr>
          <p:cNvPr id="35" name="Flowchart: Manual Operation 34">
            <a:extLst>
              <a:ext uri="{FF2B5EF4-FFF2-40B4-BE49-F238E27FC236}">
                <a16:creationId xmlns:a16="http://schemas.microsoft.com/office/drawing/2014/main" id="{2C3EA87F-7007-F4CD-455C-4268636DB005}"/>
              </a:ext>
            </a:extLst>
          </p:cNvPr>
          <p:cNvSpPr/>
          <p:nvPr/>
        </p:nvSpPr>
        <p:spPr>
          <a:xfrm>
            <a:off x="9866192" y="5473355"/>
            <a:ext cx="772595" cy="756687"/>
          </a:xfrm>
          <a:prstGeom prst="flowChartManualOperation">
            <a:avLst/>
          </a:prstGeom>
          <a:solidFill>
            <a:schemeClr val="tx2">
              <a:lumMod val="95000"/>
            </a:schemeClr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1DA3270-00BB-A231-7D58-C0F1ACC39984}"/>
              </a:ext>
            </a:extLst>
          </p:cNvPr>
          <p:cNvSpPr txBox="1"/>
          <p:nvPr/>
        </p:nvSpPr>
        <p:spPr>
          <a:xfrm>
            <a:off x="9866192" y="5568914"/>
            <a:ext cx="77259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b="1"/>
              <a:t>Available Designs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8FFC4C6-428E-6048-9424-82D48809B466}"/>
              </a:ext>
            </a:extLst>
          </p:cNvPr>
          <p:cNvSpPr txBox="1"/>
          <p:nvPr/>
        </p:nvSpPr>
        <p:spPr>
          <a:xfrm>
            <a:off x="6601057" y="2605424"/>
            <a:ext cx="104551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b="1"/>
              <a:t>Personalization Agent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F72838F-1F91-7051-940A-3FDC3F1EFEA5}"/>
              </a:ext>
            </a:extLst>
          </p:cNvPr>
          <p:cNvSpPr txBox="1"/>
          <p:nvPr/>
        </p:nvSpPr>
        <p:spPr>
          <a:xfrm>
            <a:off x="8128767" y="2615499"/>
            <a:ext cx="104551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b="1"/>
              <a:t>Content Rendering Agent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A450535-71E0-3E77-504F-52B8B913319C}"/>
              </a:ext>
            </a:extLst>
          </p:cNvPr>
          <p:cNvSpPr txBox="1"/>
          <p:nvPr/>
        </p:nvSpPr>
        <p:spPr>
          <a:xfrm>
            <a:off x="9674901" y="2673238"/>
            <a:ext cx="104551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b="1"/>
              <a:t>Design Agent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39423A5-9405-9193-9733-1D770E77F7EE}"/>
              </a:ext>
            </a:extLst>
          </p:cNvPr>
          <p:cNvSpPr txBox="1"/>
          <p:nvPr/>
        </p:nvSpPr>
        <p:spPr>
          <a:xfrm>
            <a:off x="5715712" y="1915692"/>
            <a:ext cx="1715299" cy="246221"/>
          </a:xfrm>
          <a:prstGeom prst="rect">
            <a:avLst/>
          </a:prstGeom>
          <a:solidFill>
            <a:schemeClr val="tx2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b="1">
                <a:solidFill>
                  <a:schemeClr val="bg1">
                    <a:lumMod val="20000"/>
                    <a:lumOff val="80000"/>
                  </a:schemeClr>
                </a:solidFill>
              </a:rPr>
              <a:t>Agent Workflow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2E1C781-3160-EDE1-A1DE-00F4F35D8D15}"/>
              </a:ext>
            </a:extLst>
          </p:cNvPr>
          <p:cNvCxnSpPr>
            <a:cxnSpLocks/>
          </p:cNvCxnSpPr>
          <p:nvPr/>
        </p:nvCxnSpPr>
        <p:spPr>
          <a:xfrm flipH="1">
            <a:off x="4860241" y="3726712"/>
            <a:ext cx="44540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161EA3B9-21CF-6C1B-D6CA-B59DD9DDC006}"/>
              </a:ext>
            </a:extLst>
          </p:cNvPr>
          <p:cNvSpPr txBox="1"/>
          <p:nvPr/>
        </p:nvSpPr>
        <p:spPr>
          <a:xfrm>
            <a:off x="7553271" y="1590937"/>
            <a:ext cx="207141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b="1"/>
              <a:t>3 sequential “</a:t>
            </a:r>
            <a:r>
              <a:rPr lang="en-US" sz="1000" b="1" err="1"/>
              <a:t>REact</a:t>
            </a:r>
            <a:r>
              <a:rPr lang="en-US" sz="1000" b="1"/>
              <a:t>” Agents</a:t>
            </a:r>
          </a:p>
        </p:txBody>
      </p:sp>
      <p:sp>
        <p:nvSpPr>
          <p:cNvPr id="53" name="Flowchart: Manual Operation 52">
            <a:extLst>
              <a:ext uri="{FF2B5EF4-FFF2-40B4-BE49-F238E27FC236}">
                <a16:creationId xmlns:a16="http://schemas.microsoft.com/office/drawing/2014/main" id="{88816E4E-27B7-5C4A-E103-82E84775BBA2}"/>
              </a:ext>
            </a:extLst>
          </p:cNvPr>
          <p:cNvSpPr/>
          <p:nvPr/>
        </p:nvSpPr>
        <p:spPr>
          <a:xfrm>
            <a:off x="6772891" y="5489775"/>
            <a:ext cx="772595" cy="756687"/>
          </a:xfrm>
          <a:prstGeom prst="flowChartManualOperation">
            <a:avLst/>
          </a:prstGeom>
          <a:solidFill>
            <a:schemeClr val="tx2">
              <a:lumMod val="95000"/>
            </a:schemeClr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02EF8A2-6ECC-C88C-736D-29D39ED041F3}"/>
              </a:ext>
            </a:extLst>
          </p:cNvPr>
          <p:cNvSpPr txBox="1"/>
          <p:nvPr/>
        </p:nvSpPr>
        <p:spPr>
          <a:xfrm>
            <a:off x="6772891" y="5585334"/>
            <a:ext cx="772595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800" b="1"/>
              <a:t>Available Personalization Signals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4FA64FEC-E91A-F2B7-6DD0-8BECE2AC7BBD}"/>
              </a:ext>
            </a:extLst>
          </p:cNvPr>
          <p:cNvSpPr/>
          <p:nvPr/>
        </p:nvSpPr>
        <p:spPr>
          <a:xfrm>
            <a:off x="5699689" y="3186143"/>
            <a:ext cx="496730" cy="485713"/>
          </a:xfrm>
          <a:prstGeom prst="roundRect">
            <a:avLst/>
          </a:prstGeom>
          <a:solidFill>
            <a:schemeClr val="bg2"/>
          </a:solidFill>
          <a:ln w="19050">
            <a:solidFill>
              <a:schemeClr val="bg2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noFill/>
            </a:endParaRP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F41EFD09-06B7-F764-2C7D-FC55F3D9EC8F}"/>
              </a:ext>
            </a:extLst>
          </p:cNvPr>
          <p:cNvSpPr/>
          <p:nvPr/>
        </p:nvSpPr>
        <p:spPr>
          <a:xfrm>
            <a:off x="11280571" y="3212350"/>
            <a:ext cx="496730" cy="485713"/>
          </a:xfrm>
          <a:prstGeom prst="roundRect">
            <a:avLst/>
          </a:prstGeom>
          <a:solidFill>
            <a:schemeClr val="bg2"/>
          </a:solidFill>
          <a:ln w="19050">
            <a:solidFill>
              <a:schemeClr val="bg2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noFill/>
            </a:endParaRP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313F2789-84B8-72FB-B3B0-3629352982CF}"/>
              </a:ext>
            </a:extLst>
          </p:cNvPr>
          <p:cNvCxnSpPr>
            <a:cxnSpLocks/>
          </p:cNvCxnSpPr>
          <p:nvPr/>
        </p:nvCxnSpPr>
        <p:spPr>
          <a:xfrm>
            <a:off x="6212833" y="3429000"/>
            <a:ext cx="45039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D9E224A2-50E2-92BC-D1EF-C46338BA33DE}"/>
              </a:ext>
            </a:extLst>
          </p:cNvPr>
          <p:cNvCxnSpPr>
            <a:cxnSpLocks/>
          </p:cNvCxnSpPr>
          <p:nvPr/>
        </p:nvCxnSpPr>
        <p:spPr>
          <a:xfrm>
            <a:off x="7644833" y="3455207"/>
            <a:ext cx="45039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A250B5AA-AB7A-C179-FD12-664FA48A2DC4}"/>
              </a:ext>
            </a:extLst>
          </p:cNvPr>
          <p:cNvCxnSpPr>
            <a:cxnSpLocks/>
          </p:cNvCxnSpPr>
          <p:nvPr/>
        </p:nvCxnSpPr>
        <p:spPr>
          <a:xfrm>
            <a:off x="9174283" y="3460149"/>
            <a:ext cx="45039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179B2A7F-16C5-91F3-EDE9-88E917941DEF}"/>
              </a:ext>
            </a:extLst>
          </p:cNvPr>
          <p:cNvCxnSpPr>
            <a:cxnSpLocks/>
          </p:cNvCxnSpPr>
          <p:nvPr/>
        </p:nvCxnSpPr>
        <p:spPr>
          <a:xfrm>
            <a:off x="10739797" y="3444575"/>
            <a:ext cx="45039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83A41297-D20C-0FEF-A85C-72966A23ECBC}"/>
              </a:ext>
            </a:extLst>
          </p:cNvPr>
          <p:cNvSpPr txBox="1"/>
          <p:nvPr/>
        </p:nvSpPr>
        <p:spPr>
          <a:xfrm>
            <a:off x="5571049" y="3346427"/>
            <a:ext cx="77259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START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93068D2-BA5E-2952-A9D0-59BF17266098}"/>
              </a:ext>
            </a:extLst>
          </p:cNvPr>
          <p:cNvSpPr txBox="1"/>
          <p:nvPr/>
        </p:nvSpPr>
        <p:spPr>
          <a:xfrm>
            <a:off x="11139846" y="3387138"/>
            <a:ext cx="77259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END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A1E8C78-1FC2-EB6D-9B07-70807759DA9F}"/>
              </a:ext>
            </a:extLst>
          </p:cNvPr>
          <p:cNvSpPr/>
          <p:nvPr/>
        </p:nvSpPr>
        <p:spPr>
          <a:xfrm>
            <a:off x="351083" y="2677938"/>
            <a:ext cx="1089564" cy="612599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41A2A199-989B-28FD-ACAD-23AE3A6A5E5C}"/>
              </a:ext>
            </a:extLst>
          </p:cNvPr>
          <p:cNvSpPr/>
          <p:nvPr/>
        </p:nvSpPr>
        <p:spPr>
          <a:xfrm>
            <a:off x="1627728" y="2677938"/>
            <a:ext cx="2589239" cy="612599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C19CE9B7-84C4-6715-92EB-AB7260E04F5F}"/>
              </a:ext>
            </a:extLst>
          </p:cNvPr>
          <p:cNvSpPr/>
          <p:nvPr/>
        </p:nvSpPr>
        <p:spPr>
          <a:xfrm>
            <a:off x="351084" y="3518761"/>
            <a:ext cx="1425632" cy="612599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4F352E80-C51B-84F7-87E7-E2C2BBB7A40E}"/>
              </a:ext>
            </a:extLst>
          </p:cNvPr>
          <p:cNvSpPr/>
          <p:nvPr/>
        </p:nvSpPr>
        <p:spPr>
          <a:xfrm>
            <a:off x="1931319" y="3529351"/>
            <a:ext cx="1425632" cy="612599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019D2DE0-B6F4-5AD1-3B48-7EBFF3C0A219}"/>
              </a:ext>
            </a:extLst>
          </p:cNvPr>
          <p:cNvSpPr/>
          <p:nvPr/>
        </p:nvSpPr>
        <p:spPr>
          <a:xfrm>
            <a:off x="3577109" y="3530163"/>
            <a:ext cx="988447" cy="612599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1891197F-171B-0B39-557C-FE2DE33CF5EC}"/>
              </a:ext>
            </a:extLst>
          </p:cNvPr>
          <p:cNvSpPr/>
          <p:nvPr/>
        </p:nvSpPr>
        <p:spPr>
          <a:xfrm>
            <a:off x="348844" y="4291839"/>
            <a:ext cx="2081004" cy="1423161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89D13170-E6F1-21D8-0A0A-6BEC2E2A1127}"/>
              </a:ext>
            </a:extLst>
          </p:cNvPr>
          <p:cNvSpPr/>
          <p:nvPr/>
        </p:nvSpPr>
        <p:spPr>
          <a:xfrm>
            <a:off x="429776" y="4404377"/>
            <a:ext cx="932177" cy="612599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6E648011-080C-3206-984B-EECE73CEE4AE}"/>
              </a:ext>
            </a:extLst>
          </p:cNvPr>
          <p:cNvSpPr/>
          <p:nvPr/>
        </p:nvSpPr>
        <p:spPr>
          <a:xfrm>
            <a:off x="445997" y="5055921"/>
            <a:ext cx="932177" cy="612599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56FF4A7E-771D-4284-183C-3AAFCF55FE4A}"/>
              </a:ext>
            </a:extLst>
          </p:cNvPr>
          <p:cNvSpPr/>
          <p:nvPr/>
        </p:nvSpPr>
        <p:spPr>
          <a:xfrm>
            <a:off x="1440647" y="4390820"/>
            <a:ext cx="932177" cy="1277700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04DF37F-F43A-7E27-8307-1582A93BAB7F}"/>
              </a:ext>
            </a:extLst>
          </p:cNvPr>
          <p:cNvSpPr/>
          <p:nvPr/>
        </p:nvSpPr>
        <p:spPr>
          <a:xfrm>
            <a:off x="1700278" y="4818833"/>
            <a:ext cx="467372" cy="396286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46928E6-A82B-3105-D91B-C000DBBF98CA}"/>
              </a:ext>
            </a:extLst>
          </p:cNvPr>
          <p:cNvSpPr/>
          <p:nvPr/>
        </p:nvSpPr>
        <p:spPr>
          <a:xfrm>
            <a:off x="2501536" y="4304967"/>
            <a:ext cx="2081004" cy="1423161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A342360-0DCF-999D-AFA5-97FB38C7785F}"/>
              </a:ext>
            </a:extLst>
          </p:cNvPr>
          <p:cNvSpPr txBox="1"/>
          <p:nvPr/>
        </p:nvSpPr>
        <p:spPr>
          <a:xfrm>
            <a:off x="7576221" y="3529351"/>
            <a:ext cx="54610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800" b="1"/>
              <a:t>P@S Signals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E768B47-1EF1-2A12-9FAB-819D3373DCB4}"/>
              </a:ext>
            </a:extLst>
          </p:cNvPr>
          <p:cNvSpPr txBox="1"/>
          <p:nvPr/>
        </p:nvSpPr>
        <p:spPr>
          <a:xfrm>
            <a:off x="9121890" y="3529351"/>
            <a:ext cx="54610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800" b="1"/>
              <a:t>Ranked MFEs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83C65A2-CA32-0556-D9BE-4BA9CE22DBFB}"/>
              </a:ext>
            </a:extLst>
          </p:cNvPr>
          <p:cNvSpPr txBox="1"/>
          <p:nvPr/>
        </p:nvSpPr>
        <p:spPr>
          <a:xfrm>
            <a:off x="10657346" y="3559153"/>
            <a:ext cx="54610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800" b="1"/>
              <a:t>Grid Layout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8D7C8A-4132-B70D-671E-1DC90C79901A}"/>
              </a:ext>
            </a:extLst>
          </p:cNvPr>
          <p:cNvSpPr txBox="1"/>
          <p:nvPr/>
        </p:nvSpPr>
        <p:spPr>
          <a:xfrm>
            <a:off x="3519101" y="1550815"/>
            <a:ext cx="3550403" cy="2523768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txBody>
          <a:bodyPr wrap="square" lIns="91440" tIns="91440" rIns="91440" bIns="91440" rtlCol="0">
            <a:spAutoFit/>
          </a:bodyPr>
          <a:lstStyle/>
          <a:p>
            <a:pPr algn="ctr"/>
            <a:r>
              <a:rPr lang="en-US" sz="1200" b="1">
                <a:solidFill>
                  <a:schemeClr val="bg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Personalization Signals</a:t>
            </a:r>
          </a:p>
          <a:p>
            <a:r>
              <a:rPr lang="en-US" sz="1000">
                <a:solidFill>
                  <a:schemeClr val="bg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000" b="1">
                <a:solidFill>
                  <a:schemeClr val="bg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Persona : </a:t>
            </a:r>
            <a:r>
              <a:rPr lang="en-US" sz="1000">
                <a:solidFill>
                  <a:schemeClr val="bg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“Gamer”</a:t>
            </a:r>
          </a:p>
          <a:p>
            <a:r>
              <a:rPr lang="en-US" sz="1000" b="1" err="1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Article_id_recommender</a:t>
            </a:r>
            <a:r>
              <a:rPr lang="en-US" sz="1000" b="1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: </a:t>
            </a:r>
            <a:r>
              <a:rPr lang="en-US" sz="100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[“100014”, “100015”]</a:t>
            </a:r>
          </a:p>
          <a:p>
            <a:r>
              <a:rPr lang="en-US" sz="1000" b="1" err="1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Video_id_recommender</a:t>
            </a:r>
            <a:r>
              <a:rPr lang="en-US" sz="1000" b="1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: </a:t>
            </a:r>
            <a:r>
              <a:rPr lang="en-US" sz="100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[“200006”] </a:t>
            </a:r>
            <a:endParaRPr lang="en-US" sz="1000">
              <a:solidFill>
                <a:schemeClr val="bg2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b="1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Issue Types : </a:t>
            </a:r>
            <a:r>
              <a:rPr lang="en-US" sz="100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 “</a:t>
            </a:r>
            <a:r>
              <a:rPr lang="en-US" sz="1000" err="1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Hard_Drive</a:t>
            </a:r>
            <a:r>
              <a:rPr lang="en-US" sz="100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 ]</a:t>
            </a:r>
          </a:p>
          <a:p>
            <a:r>
              <a:rPr lang="en-US" sz="1000" b="1">
                <a:solidFill>
                  <a:schemeClr val="bg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Telemetry : </a:t>
            </a:r>
            <a:r>
              <a:rPr lang="en-US" sz="1000">
                <a:solidFill>
                  <a:schemeClr val="bg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 “</a:t>
            </a:r>
            <a:r>
              <a:rPr lang="en-US" sz="1000" err="1">
                <a:solidFill>
                  <a:schemeClr val="bg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Hard_Drive</a:t>
            </a:r>
            <a:r>
              <a:rPr lang="en-US" sz="1000">
                <a:solidFill>
                  <a:schemeClr val="bg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  <a:r>
              <a:rPr lang="en-US" sz="100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]</a:t>
            </a:r>
          </a:p>
          <a:p>
            <a:r>
              <a:rPr lang="en-US" sz="1000" b="1">
                <a:solidFill>
                  <a:schemeClr val="bg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Web Propensity : </a:t>
            </a:r>
            <a:r>
              <a:rPr lang="en-US" sz="1000">
                <a:solidFill>
                  <a:schemeClr val="bg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sz="100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rue</a:t>
            </a:r>
          </a:p>
          <a:p>
            <a:r>
              <a:rPr lang="en-US" sz="1000" b="1" err="1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Online_Intent</a:t>
            </a:r>
            <a:r>
              <a:rPr lang="en-US" sz="1000" b="1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: </a:t>
            </a:r>
            <a:r>
              <a:rPr lang="en-US" sz="100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“Buyer”</a:t>
            </a:r>
          </a:p>
          <a:p>
            <a:endParaRPr lang="en-US" sz="1000">
              <a:solidFill>
                <a:schemeClr val="bg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VA_KYC : </a:t>
            </a:r>
          </a:p>
          <a:p>
            <a:endParaRPr lang="en-US" sz="1000">
              <a:solidFill>
                <a:schemeClr val="bg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>
                <a:solidFill>
                  <a:schemeClr val="bg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br>
              <a:rPr lang="en-US" sz="1000">
                <a:solidFill>
                  <a:schemeClr val="bg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1000">
              <a:solidFill>
                <a:schemeClr val="bg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8F9C442-183D-DFB2-4D45-3DDBD46B9EBC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7069504" y="2812699"/>
            <a:ext cx="702896" cy="59009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4A24E4A-C28A-E1CC-4F0C-30992973E88E}"/>
              </a:ext>
            </a:extLst>
          </p:cNvPr>
          <p:cNvSpPr txBox="1"/>
          <p:nvPr/>
        </p:nvSpPr>
        <p:spPr>
          <a:xfrm>
            <a:off x="4412634" y="4206852"/>
            <a:ext cx="3550403" cy="2062103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txBody>
          <a:bodyPr wrap="square" lIns="91440" tIns="91440" rIns="91440" bIns="91440" rtlCol="0">
            <a:spAutoFit/>
          </a:bodyPr>
          <a:lstStyle/>
          <a:p>
            <a:pPr algn="ctr"/>
            <a:r>
              <a:rPr lang="en-US" sz="1200" b="1">
                <a:solidFill>
                  <a:schemeClr val="bg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Ranked MFEs</a:t>
            </a:r>
          </a:p>
          <a:p>
            <a:r>
              <a:rPr lang="en-US" sz="1000">
                <a:solidFill>
                  <a:schemeClr val="bg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000">
                <a:solidFill>
                  <a:schemeClr val="bg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 – IWF MFE</a:t>
            </a:r>
          </a:p>
          <a:p>
            <a:r>
              <a:rPr lang="en-US" sz="100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 – “Ask Me” MFE</a:t>
            </a:r>
          </a:p>
          <a:p>
            <a:r>
              <a:rPr lang="en-US" sz="100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 – Article Recommender Card MFE (with Personalization Signal list)</a:t>
            </a:r>
          </a:p>
          <a:p>
            <a:r>
              <a:rPr lang="en-US" sz="100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 – Video Recommender Card MFE (with Personalization Signal list)</a:t>
            </a:r>
          </a:p>
          <a:p>
            <a:r>
              <a:rPr lang="en-US" sz="100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 – Top Resources MFE</a:t>
            </a:r>
          </a:p>
          <a:p>
            <a:endParaRPr lang="en-US" sz="1000">
              <a:solidFill>
                <a:schemeClr val="bg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>
                <a:solidFill>
                  <a:schemeClr val="bg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br>
              <a:rPr lang="en-US" sz="1000">
                <a:solidFill>
                  <a:schemeClr val="bg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1000">
              <a:solidFill>
                <a:schemeClr val="bg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6E747D5-20E6-427D-8F49-20608B6FC967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7963037" y="3805374"/>
            <a:ext cx="1287289" cy="143253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179E6BD-D4DD-26AE-A27D-90A43A4E483F}"/>
              </a:ext>
            </a:extLst>
          </p:cNvPr>
          <p:cNvSpPr txBox="1"/>
          <p:nvPr/>
        </p:nvSpPr>
        <p:spPr>
          <a:xfrm>
            <a:off x="8557818" y="4304833"/>
            <a:ext cx="3550403" cy="2523768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txBody>
          <a:bodyPr wrap="square" lIns="91440" tIns="91440" rIns="91440" bIns="91440" rtlCol="0">
            <a:spAutoFit/>
          </a:bodyPr>
          <a:lstStyle/>
          <a:p>
            <a:pPr algn="ctr"/>
            <a:r>
              <a:rPr lang="en-US" sz="1200" b="1">
                <a:solidFill>
                  <a:schemeClr val="bg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Grid Layout</a:t>
            </a:r>
          </a:p>
          <a:p>
            <a:r>
              <a:rPr lang="en-US" sz="1000">
                <a:solidFill>
                  <a:schemeClr val="bg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</a:p>
          <a:p>
            <a:r>
              <a:rPr lang="en-US" sz="100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[1,1,1,1,1,1,1,1,1,1]</a:t>
            </a:r>
          </a:p>
          <a:p>
            <a:r>
              <a:rPr lang="en-US" sz="100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[2,2,2,5,5,5,5,5,5,5]</a:t>
            </a:r>
          </a:p>
          <a:p>
            <a:r>
              <a:rPr lang="en-US" sz="100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[2,2,2,5,5,5,5,5,5,5]</a:t>
            </a:r>
          </a:p>
          <a:p>
            <a:r>
              <a:rPr lang="en-US" sz="100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[8,8,4,4,4,4,4,4,8,8]</a:t>
            </a:r>
          </a:p>
          <a:p>
            <a:endParaRPr lang="en-US" sz="1000">
              <a:solidFill>
                <a:schemeClr val="bg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>
                <a:solidFill>
                  <a:schemeClr val="bg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sz="100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endParaRPr lang="en-US" sz="1000">
              <a:solidFill>
                <a:schemeClr val="bg2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Sample Legend:</a:t>
            </a:r>
          </a:p>
          <a:p>
            <a:r>
              <a:rPr lang="en-US" sz="100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 = “Ask Me” MFE</a:t>
            </a:r>
          </a:p>
          <a:p>
            <a:r>
              <a:rPr lang="en-US" sz="100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 = “Top Resources” MFE</a:t>
            </a:r>
          </a:p>
          <a:p>
            <a:r>
              <a:rPr lang="en-US" sz="100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 = IWF MFE</a:t>
            </a:r>
          </a:p>
          <a:p>
            <a:endParaRPr lang="en-US" sz="1000">
              <a:solidFill>
                <a:schemeClr val="bg2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094ED77-A60A-D038-C3A4-76294B02C51B}"/>
              </a:ext>
            </a:extLst>
          </p:cNvPr>
          <p:cNvCxnSpPr>
            <a:cxnSpLocks/>
          </p:cNvCxnSpPr>
          <p:nvPr/>
        </p:nvCxnSpPr>
        <p:spPr>
          <a:xfrm flipH="1" flipV="1">
            <a:off x="10959260" y="3769900"/>
            <a:ext cx="51818" cy="41354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0211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C138E-3156-F257-FBB1-1A3155875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A4909-5D3B-4C8A-ABE4-23394D487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Agentic Solution – Initial Design (agentic state example)</a:t>
            </a:r>
          </a:p>
        </p:txBody>
      </p:sp>
    </p:spTree>
    <p:extLst>
      <p:ext uri="{BB962C8B-B14F-4D97-AF65-F5344CB8AC3E}">
        <p14:creationId xmlns:p14="http://schemas.microsoft.com/office/powerpoint/2010/main" val="82694355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Dell FY24 Template">
  <a:themeElements>
    <a:clrScheme name="DT 2023">
      <a:dk1>
        <a:srgbClr val="808080"/>
      </a:dk1>
      <a:lt1>
        <a:srgbClr val="0672CB"/>
      </a:lt1>
      <a:dk2>
        <a:srgbClr val="FFFFFF"/>
      </a:dk2>
      <a:lt2>
        <a:srgbClr val="000000"/>
      </a:lt2>
      <a:accent1>
        <a:srgbClr val="0D2155"/>
      </a:accent1>
      <a:accent2>
        <a:srgbClr val="247554"/>
      </a:accent2>
      <a:accent3>
        <a:srgbClr val="F4BB5E"/>
      </a:accent3>
      <a:accent4>
        <a:srgbClr val="E5F8FF"/>
      </a:accent4>
      <a:accent5>
        <a:srgbClr val="691D3F"/>
      </a:accent5>
      <a:accent6>
        <a:srgbClr val="0C32A4"/>
      </a:accent6>
      <a:hlink>
        <a:srgbClr val="0672CB"/>
      </a:hlink>
      <a:folHlink>
        <a:srgbClr val="612CB0"/>
      </a:folHlink>
    </a:clrScheme>
    <a:fontScheme name="Custom 1">
      <a:majorFont>
        <a:latin typeface="Arial Nova Light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12700">
          <a:solidFill>
            <a:schemeClr val="bg2"/>
          </a:solidFill>
        </a:ln>
      </a:spPr>
      <a:bodyPr rtlCol="0" anchor="ctr"/>
      <a:lstStyle>
        <a:defPPr algn="ctr">
          <a:defRPr sz="1200" dirty="0" smtClean="0">
            <a:solidFill>
              <a:schemeClr val="bg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ctr">
          <a:defRPr dirty="0" smtClean="0">
            <a:solidFill>
              <a:schemeClr val="bg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2" id="{42233C5C-70D2-4385-AFF2-9241B8009163}" vid="{6A18F8CD-386D-4FE7-8080-653445F76953}"/>
    </a:ext>
  </a:extLst>
</a:theme>
</file>

<file path=ppt/theme/theme2.xml><?xml version="1.0" encoding="utf-8"?>
<a:theme xmlns:a="http://schemas.openxmlformats.org/drawingml/2006/main" name="11_Dell Technologies 2023">
  <a:themeElements>
    <a:clrScheme name="DT 2023">
      <a:dk1>
        <a:srgbClr val="808080"/>
      </a:dk1>
      <a:lt1>
        <a:srgbClr val="0672CB"/>
      </a:lt1>
      <a:dk2>
        <a:srgbClr val="FFFFFF"/>
      </a:dk2>
      <a:lt2>
        <a:srgbClr val="000000"/>
      </a:lt2>
      <a:accent1>
        <a:srgbClr val="0D2155"/>
      </a:accent1>
      <a:accent2>
        <a:srgbClr val="247554"/>
      </a:accent2>
      <a:accent3>
        <a:srgbClr val="F4BB5E"/>
      </a:accent3>
      <a:accent4>
        <a:srgbClr val="E5F8FF"/>
      </a:accent4>
      <a:accent5>
        <a:srgbClr val="691D3F"/>
      </a:accent5>
      <a:accent6>
        <a:srgbClr val="0C32A4"/>
      </a:accent6>
      <a:hlink>
        <a:srgbClr val="0672CB"/>
      </a:hlink>
      <a:folHlink>
        <a:srgbClr val="612CB0"/>
      </a:folHlink>
    </a:clrScheme>
    <a:fontScheme name="Custom 1">
      <a:majorFont>
        <a:latin typeface="Arial Nova Light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12700">
          <a:solidFill>
            <a:schemeClr val="bg2"/>
          </a:solidFill>
        </a:ln>
      </a:spPr>
      <a:bodyPr rtlCol="0" anchor="ctr"/>
      <a:lstStyle>
        <a:defPPr algn="ctr">
          <a:defRPr sz="1200" dirty="0" smtClean="0">
            <a:solidFill>
              <a:schemeClr val="bg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ctr">
          <a:defRPr dirty="0" smtClean="0">
            <a:solidFill>
              <a:schemeClr val="bg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Dell Technologies 2023" id="{5920E705-14AE-4F5A-A0B6-D9719AD25AFE}" vid="{1E7AFD6C-5292-488E-9037-D229A55A2FE4}"/>
    </a:ext>
  </a:extLst>
</a:theme>
</file>

<file path=ppt/theme/theme3.xml><?xml version="1.0" encoding="utf-8"?>
<a:theme xmlns:a="http://schemas.openxmlformats.org/drawingml/2006/main" name="6_Dell Technologies 2023">
  <a:themeElements>
    <a:clrScheme name="DT 2023">
      <a:dk1>
        <a:srgbClr val="808080"/>
      </a:dk1>
      <a:lt1>
        <a:srgbClr val="0672CB"/>
      </a:lt1>
      <a:dk2>
        <a:srgbClr val="FFFFFF"/>
      </a:dk2>
      <a:lt2>
        <a:srgbClr val="000000"/>
      </a:lt2>
      <a:accent1>
        <a:srgbClr val="0D2155"/>
      </a:accent1>
      <a:accent2>
        <a:srgbClr val="247554"/>
      </a:accent2>
      <a:accent3>
        <a:srgbClr val="F4BB5E"/>
      </a:accent3>
      <a:accent4>
        <a:srgbClr val="E5F8FF"/>
      </a:accent4>
      <a:accent5>
        <a:srgbClr val="691D3F"/>
      </a:accent5>
      <a:accent6>
        <a:srgbClr val="0C32A4"/>
      </a:accent6>
      <a:hlink>
        <a:srgbClr val="0672CB"/>
      </a:hlink>
      <a:folHlink>
        <a:srgbClr val="612CB0"/>
      </a:folHlink>
    </a:clrScheme>
    <a:fontScheme name="Custom 1">
      <a:majorFont>
        <a:latin typeface="Arial Nova Light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12700">
          <a:solidFill>
            <a:schemeClr val="bg2"/>
          </a:solidFill>
        </a:ln>
      </a:spPr>
      <a:bodyPr rtlCol="0" anchor="ctr"/>
      <a:lstStyle>
        <a:defPPr algn="ctr">
          <a:defRPr sz="1200" dirty="0" smtClean="0">
            <a:solidFill>
              <a:schemeClr val="bg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ctr">
          <a:defRPr dirty="0" smtClean="0">
            <a:solidFill>
              <a:schemeClr val="bg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Dell Technologies 2023" id="{5920E705-14AE-4F5A-A0B6-D9719AD25AFE}" vid="{1E7AFD6C-5292-488E-9037-D229A55A2FE4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1188</Words>
  <Application>Microsoft Office PowerPoint</Application>
  <PresentationFormat>Widescreen</PresentationFormat>
  <Paragraphs>184</Paragraphs>
  <Slides>7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9" baseType="lpstr">
      <vt:lpstr>Museo Sans For Dell</vt:lpstr>
      <vt:lpstr>Aptos</vt:lpstr>
      <vt:lpstr>Arial</vt:lpstr>
      <vt:lpstr>Arial Nova</vt:lpstr>
      <vt:lpstr>Arial Nova Light</vt:lpstr>
      <vt:lpstr>Calibri</vt:lpstr>
      <vt:lpstr>Courier New</vt:lpstr>
      <vt:lpstr>Wingdings</vt:lpstr>
      <vt:lpstr>Dell FY24 Template</vt:lpstr>
      <vt:lpstr>11_Dell Technologies 2023</vt:lpstr>
      <vt:lpstr>6_Dell Technologies 2023</vt:lpstr>
      <vt:lpstr>think-cell Slide</vt:lpstr>
      <vt:lpstr>DBIA Ops Agentic AI Pillar</vt:lpstr>
      <vt:lpstr>Agentic AI Action Items for phase 2 Use Cases</vt:lpstr>
      <vt:lpstr>Agentic AI Action Items for phase 2 Use Cases</vt:lpstr>
      <vt:lpstr>Agentic AI Action Phase Dashboard (10-24-25)</vt:lpstr>
      <vt:lpstr>DEE Agentic AI Repositories and Confluence (10-29-25)</vt:lpstr>
      <vt:lpstr>Agentic Solution – Initial Design (agentic state example)</vt:lpstr>
      <vt:lpstr>Agentic Solution – Initial Design (agentic state example)</vt:lpstr>
    </vt:vector>
  </TitlesOfParts>
  <Company>Dell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Chahid, Siham</dc:creator>
  <cp:lastModifiedBy>Harney, John</cp:lastModifiedBy>
  <cp:revision>4</cp:revision>
  <dcterms:created xsi:type="dcterms:W3CDTF">2025-06-11T21:16:47Z</dcterms:created>
  <dcterms:modified xsi:type="dcterms:W3CDTF">2026-01-30T16:43:00Z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3dd1fcc-24d7-4f55-9dc2-c1518f171327_Enabled">
    <vt:lpwstr>true</vt:lpwstr>
  </property>
  <property fmtid="{D5CDD505-2E9C-101B-9397-08002B2CF9AE}" pid="3" name="MSIP_Label_73dd1fcc-24d7-4f55-9dc2-c1518f171327_SetDate">
    <vt:lpwstr>2025-06-11T21:18:35Z</vt:lpwstr>
  </property>
  <property fmtid="{D5CDD505-2E9C-101B-9397-08002B2CF9AE}" pid="4" name="MSIP_Label_73dd1fcc-24d7-4f55-9dc2-c1518f171327_Method">
    <vt:lpwstr>Privileged</vt:lpwstr>
  </property>
  <property fmtid="{D5CDD505-2E9C-101B-9397-08002B2CF9AE}" pid="5" name="MSIP_Label_73dd1fcc-24d7-4f55-9dc2-c1518f171327_Name">
    <vt:lpwstr>No Protection (Label Only) - Internal Use</vt:lpwstr>
  </property>
  <property fmtid="{D5CDD505-2E9C-101B-9397-08002B2CF9AE}" pid="6" name="MSIP_Label_73dd1fcc-24d7-4f55-9dc2-c1518f171327_SiteId">
    <vt:lpwstr>945c199a-83a2-4e80-9f8c-5a91be5752dd</vt:lpwstr>
  </property>
  <property fmtid="{D5CDD505-2E9C-101B-9397-08002B2CF9AE}" pid="7" name="MSIP_Label_73dd1fcc-24d7-4f55-9dc2-c1518f171327_ActionId">
    <vt:lpwstr>daf3ccf1-2f39-4c77-91c5-f44e71c769e5</vt:lpwstr>
  </property>
  <property fmtid="{D5CDD505-2E9C-101B-9397-08002B2CF9AE}" pid="8" name="MSIP_Label_73dd1fcc-24d7-4f55-9dc2-c1518f171327_ContentBits">
    <vt:lpwstr>2</vt:lpwstr>
  </property>
  <property fmtid="{D5CDD505-2E9C-101B-9397-08002B2CF9AE}" pid="9" name="MSIP_Label_73dd1fcc-24d7-4f55-9dc2-c1518f171327_Tag">
    <vt:lpwstr>10, 0, 1, 1</vt:lpwstr>
  </property>
  <property fmtid="{D5CDD505-2E9C-101B-9397-08002B2CF9AE}" pid="10" name="ClassificationContentMarkingFooterLocations">
    <vt:lpwstr>Dell FY24 Template:9\11_Dell Technologies 2023:4\2_Dell official:2\6_Dell Technologies 2023:3\1_Dell Tech template:4\1_Office Theme:2</vt:lpwstr>
  </property>
  <property fmtid="{D5CDD505-2E9C-101B-9397-08002B2CF9AE}" pid="11" name="ClassificationContentMarkingFooterText">
    <vt:lpwstr>Internal Use - Confidential</vt:lpwstr>
  </property>
</Properties>
</file>