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  <p:sldMasterId id="2147483743" r:id="rId3"/>
  </p:sldMasterIdLst>
  <p:notesMasterIdLst>
    <p:notesMasterId r:id="rId8"/>
  </p:notesMasterIdLst>
  <p:sldIdLst>
    <p:sldId id="2147483646" r:id="rId4"/>
    <p:sldId id="263" r:id="rId5"/>
    <p:sldId id="286" r:id="rId6"/>
    <p:sldId id="27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AF2F9-2357-43C9-A879-2E6A1C7E0ABE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BBA1B-B066-4F25-8FE7-D563CA44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3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D04D-8349-6F33-1760-43BCF16E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2DC68-6E36-8429-FFA3-EE3C567D9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D57D8-7654-C573-ED63-8D53F02E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5CB67-5F5F-10B2-F6E3-03BA856B5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8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790E-EC26-236E-FF29-449FA584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D1F4B-DED9-7AF7-F696-98D5F792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E79DE-A058-F21B-9833-CA75ECE35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  <a:p>
            <a:r>
              <a:rPr lang="en-US"/>
              <a:t>3 streams of discussions:</a:t>
            </a:r>
          </a:p>
          <a:p>
            <a:r>
              <a:rPr lang="en-US"/>
              <a:t>1 – </a:t>
            </a:r>
            <a:r>
              <a:rPr lang="en-US" err="1"/>
              <a:t>Gautum’s</a:t>
            </a:r>
            <a:r>
              <a:rPr lang="en-US"/>
              <a:t> team – NBA integration with troubleshooting</a:t>
            </a:r>
          </a:p>
          <a:p>
            <a:endParaRPr lang="en-US"/>
          </a:p>
          <a:p>
            <a:r>
              <a:rPr lang="en-US"/>
              <a:t>2 – </a:t>
            </a:r>
            <a:r>
              <a:rPr lang="en-US" err="1"/>
              <a:t>Sakshi’t</a:t>
            </a:r>
            <a:r>
              <a:rPr lang="en-US"/>
              <a:t> team / Chris Caroll</a:t>
            </a:r>
          </a:p>
          <a:p>
            <a:endParaRPr lang="en-US"/>
          </a:p>
          <a:p>
            <a:r>
              <a:rPr lang="en-US"/>
              <a:t>3 – VA team / Rich + King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2B075-19F3-F7BE-9A13-3DCAD3C77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83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7600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4810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7901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255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770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29010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2489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348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5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744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4038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651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532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3873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84834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06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352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06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8202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291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55936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8353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217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286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05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0664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4142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053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7575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223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211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62073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6233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2271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23186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49624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915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72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9551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84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16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5D75AE4-2570-96E1-CD6A-5C9BB2212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292777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5D75AE4-2570-96E1-CD6A-5C9BB2212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04801"/>
            <a:ext cx="11430000" cy="44319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2745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528352"/>
            <a:ext cx="1165711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228600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638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953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592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3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277" indent="-28413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842" indent="-228570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6179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6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6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709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3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5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222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3" y="400055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70" indent="-22857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10" indent="-22857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49" indent="-15237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599976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11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697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3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35766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90" y="800104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484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62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3599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4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7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70" indent="-228570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10" indent="-228570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599976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111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7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67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59" y="362515"/>
            <a:ext cx="1060704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5760" y="1706880"/>
            <a:ext cx="10565848" cy="4267200"/>
          </a:xfr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None/>
              <a:defRPr sz="1867">
                <a:solidFill>
                  <a:schemeClr val="bg2"/>
                </a:solidFill>
                <a:latin typeface="Museo Sans For Dell" pitchFamily="2" charset="0"/>
              </a:defRPr>
            </a:lvl1pPr>
            <a:lvl2pPr marL="763986" indent="-308979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6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2017493"/>
      </p:ext>
    </p:extLst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6266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1"/>
            <a:ext cx="5715000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4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59" indent="0">
              <a:buNone/>
              <a:defRPr/>
            </a:lvl2pPr>
            <a:lvl3pPr marL="914318" indent="0">
              <a:buNone/>
              <a:defRPr/>
            </a:lvl3pPr>
            <a:lvl4pPr marL="1371476" indent="0">
              <a:buNone/>
              <a:defRPr/>
            </a:lvl4pPr>
            <a:lvl5pPr marL="182863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3450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3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90" y="857251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55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4" indent="0" algn="ctr">
              <a:buNone/>
              <a:defRPr sz="1600"/>
            </a:lvl4pPr>
            <a:lvl5pPr marL="1828618" indent="0" algn="ctr">
              <a:buNone/>
              <a:defRPr sz="1600"/>
            </a:lvl5pPr>
            <a:lvl6pPr marL="2285774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90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78" indent="-228578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34" indent="-22857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93" indent="-1523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40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95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3374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3387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1230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2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33" indent="-28415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26" indent="-22858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778037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2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332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1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6763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2" y="400054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86" indent="-228586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8" indent="-228586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9" indent="-152391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96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67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56818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2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6547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6" y="800103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394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8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029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917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3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86" indent="-228586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58" indent="-228586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096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67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10639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31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38549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_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5508961"/>
      </p:ext>
    </p:extLst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1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3" indent="0" algn="ctr">
              <a:buNone/>
              <a:defRPr sz="2000"/>
            </a:lvl2pPr>
            <a:lvl3pPr marL="914364" indent="0" algn="ctr">
              <a:buNone/>
              <a:defRPr sz="1800"/>
            </a:lvl3pPr>
            <a:lvl4pPr marL="1371544" indent="0" algn="ctr">
              <a:buNone/>
              <a:defRPr sz="1600"/>
            </a:lvl4pPr>
            <a:lvl5pPr marL="1828728" indent="0" algn="ctr">
              <a:buNone/>
              <a:defRPr sz="1600"/>
            </a:lvl5pPr>
            <a:lvl6pPr marL="2285910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7D2A01D4-2405-4B9C-AEAF-77C165A281D5}"/>
              </a:ext>
            </a:extLst>
          </p:cNvPr>
          <p:cNvSpPr txBox="1"/>
          <p:nvPr userDrawn="1"/>
        </p:nvSpPr>
        <p:spPr bwMode="gray">
          <a:xfrm>
            <a:off x="381001" y="5345921"/>
            <a:ext cx="884858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>
              <a:spcBef>
                <a:spcPts val="1200"/>
              </a:spcBef>
              <a:spcAft>
                <a:spcPct val="0"/>
              </a:spcAft>
              <a:buNone/>
            </a:pPr>
            <a:r>
              <a:rPr lang="en-US" sz="1600" b="1" kern="1200" cap="all" spc="300">
                <a:solidFill>
                  <a:srgbClr val="FFFFFF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69820174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ast Page Logo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3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935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1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7910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oleObject" Target="../embeddings/oleObject1.bin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46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oleObject" Target="../embeddings/oleObject3.bin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62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oleObject" Target="../embeddings/oleObject4.bin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9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2C392E5-A875-932C-A03D-C8474BF963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215123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347" imgH="348" progId="TCLayout.ActiveDocument.1">
                  <p:embed/>
                </p:oleObj>
              </mc:Choice>
              <mc:Fallback>
                <p:oleObj name="think-cell Slide" r:id="rId46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2C392E5-A875-932C-A03D-C8474BF96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C17FF-98F9-51EF-CD1F-084B4D5F04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815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61" r:id="rId43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167177788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47" imgH="348" progId="TCLayout.ActiveDocument.1">
                  <p:embed/>
                </p:oleObj>
              </mc:Choice>
              <mc:Fallback>
                <p:oleObj name="think-cell Slide" r:id="rId19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70" y="6701009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03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5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CEBED-64CB-8A8F-D0A9-64BD1BA38ED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3414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8" r:id="rId14"/>
    <p:sldLayoutId id="2147483719" r:id="rId15"/>
    <p:sldLayoutId id="2147483720" r:id="rId16"/>
  </p:sldLayoutIdLst>
  <p:txStyles>
    <p:titleStyle>
      <a:lvl1pPr algn="l" defTabSz="91427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0" indent="-228570" algn="l" defTabSz="91427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0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6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11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9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84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2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6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3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8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52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7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8317746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47" imgH="348" progId="TCLayout.ActiveDocument.1">
                  <p:embed/>
                </p:oleObj>
              </mc:Choice>
              <mc:Fallback>
                <p:oleObj name="think-cell Slide" r:id="rId20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5" y="6701005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2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1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82CC0-A7E5-A5E9-F5AA-3DA17AD67E1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1605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91434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6" indent="-228586" algn="l" defTabSz="91434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6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3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0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7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0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4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3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017EF34-CBF1-7C7E-2996-68AE8F2D0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10-30-2025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65DED1-89E4-CC69-BA32-3ED1D910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86211"/>
            <a:ext cx="7969282" cy="747897"/>
          </a:xfrm>
        </p:spPr>
        <p:txBody>
          <a:bodyPr/>
          <a:lstStyle/>
          <a:p>
            <a:r>
              <a:rPr lang="en-US"/>
              <a:t>DBIA Ops Agentic AI Pillar</a:t>
            </a:r>
          </a:p>
        </p:txBody>
      </p:sp>
    </p:spTree>
    <p:extLst>
      <p:ext uri="{BB962C8B-B14F-4D97-AF65-F5344CB8AC3E}">
        <p14:creationId xmlns:p14="http://schemas.microsoft.com/office/powerpoint/2010/main" val="301063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5F64-300E-1B2B-B920-F66ED4F2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7B713A-9356-BABF-E38B-25F9D6168902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78D19-AADF-6266-6E0C-F15D7963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37498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3F23-FB23-C52B-3F59-A4BE79F7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FF49F0-32C8-0360-6E00-7CF2AD7F793F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772FB-8B38-88FF-F6EB-E344E478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1122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53062-B224-72F3-E247-10CA081C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478C-1420-66B4-FF94-A968D403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Solution – Initial Design (agentic state example)</a:t>
            </a:r>
          </a:p>
        </p:txBody>
      </p:sp>
    </p:spTree>
    <p:extLst>
      <p:ext uri="{BB962C8B-B14F-4D97-AF65-F5344CB8AC3E}">
        <p14:creationId xmlns:p14="http://schemas.microsoft.com/office/powerpoint/2010/main" val="42702117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l FY24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42233C5C-70D2-4385-AFF2-9241B8009163}" vid="{6A18F8CD-386D-4FE7-8080-653445F76953}"/>
    </a:ext>
  </a:extLst>
</a:theme>
</file>

<file path=ppt/theme/theme2.xml><?xml version="1.0" encoding="utf-8"?>
<a:theme xmlns:a="http://schemas.openxmlformats.org/drawingml/2006/main" name="11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3.xml><?xml version="1.0" encoding="utf-8"?>
<a:theme xmlns:a="http://schemas.openxmlformats.org/drawingml/2006/main" name="6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61</Words>
  <Application>Microsoft Office PowerPoint</Application>
  <PresentationFormat>Widescreen</PresentationFormat>
  <Paragraphs>17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Museo Sans For Dell</vt:lpstr>
      <vt:lpstr>Aptos</vt:lpstr>
      <vt:lpstr>Arial</vt:lpstr>
      <vt:lpstr>Arial Nova Light</vt:lpstr>
      <vt:lpstr>Calibri</vt:lpstr>
      <vt:lpstr>Wingdings</vt:lpstr>
      <vt:lpstr>Dell FY24 Template</vt:lpstr>
      <vt:lpstr>11_Dell Technologies 2023</vt:lpstr>
      <vt:lpstr>6_Dell Technologies 2023</vt:lpstr>
      <vt:lpstr>think-cell Slide</vt:lpstr>
      <vt:lpstr>DBIA Ops Agentic AI Pillar</vt:lpstr>
      <vt:lpstr>…</vt:lpstr>
      <vt:lpstr>…</vt:lpstr>
      <vt:lpstr>Agentic Solution – Initial Design (agentic state example)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Chahid, Siham</dc:creator>
  <cp:lastModifiedBy>Harney, John</cp:lastModifiedBy>
  <cp:revision>5</cp:revision>
  <dcterms:created xsi:type="dcterms:W3CDTF">2025-06-11T21:16:47Z</dcterms:created>
  <dcterms:modified xsi:type="dcterms:W3CDTF">2026-01-30T18:17:22Z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dd1fcc-24d7-4f55-9dc2-c1518f171327_Enabled">
    <vt:lpwstr>true</vt:lpwstr>
  </property>
  <property fmtid="{D5CDD505-2E9C-101B-9397-08002B2CF9AE}" pid="3" name="MSIP_Label_73dd1fcc-24d7-4f55-9dc2-c1518f171327_SetDate">
    <vt:lpwstr>2025-06-11T21:18:35Z</vt:lpwstr>
  </property>
  <property fmtid="{D5CDD505-2E9C-101B-9397-08002B2CF9AE}" pid="4" name="MSIP_Label_73dd1fcc-24d7-4f55-9dc2-c1518f171327_Method">
    <vt:lpwstr>Privileged</vt:lpwstr>
  </property>
  <property fmtid="{D5CDD505-2E9C-101B-9397-08002B2CF9AE}" pid="5" name="MSIP_Label_73dd1fcc-24d7-4f55-9dc2-c1518f171327_Name">
    <vt:lpwstr>No Protection (Label Only) - Internal Use</vt:lpwstr>
  </property>
  <property fmtid="{D5CDD505-2E9C-101B-9397-08002B2CF9AE}" pid="6" name="MSIP_Label_73dd1fcc-24d7-4f55-9dc2-c1518f171327_SiteId">
    <vt:lpwstr>945c199a-83a2-4e80-9f8c-5a91be5752dd</vt:lpwstr>
  </property>
  <property fmtid="{D5CDD505-2E9C-101B-9397-08002B2CF9AE}" pid="7" name="MSIP_Label_73dd1fcc-24d7-4f55-9dc2-c1518f171327_ActionId">
    <vt:lpwstr>daf3ccf1-2f39-4c77-91c5-f44e71c769e5</vt:lpwstr>
  </property>
  <property fmtid="{D5CDD505-2E9C-101B-9397-08002B2CF9AE}" pid="8" name="MSIP_Label_73dd1fcc-24d7-4f55-9dc2-c1518f171327_ContentBits">
    <vt:lpwstr>2</vt:lpwstr>
  </property>
  <property fmtid="{D5CDD505-2E9C-101B-9397-08002B2CF9AE}" pid="9" name="MSIP_Label_73dd1fcc-24d7-4f55-9dc2-c1518f171327_Tag">
    <vt:lpwstr>10, 0, 1, 1</vt:lpwstr>
  </property>
  <property fmtid="{D5CDD505-2E9C-101B-9397-08002B2CF9AE}" pid="10" name="ClassificationContentMarkingFooterLocations">
    <vt:lpwstr>Dell FY24 Template:9\11_Dell Technologies 2023:4\2_Dell official:2\6_Dell Technologies 2023:3\1_Dell Tech template:4\1_Office Theme:2</vt:lpwstr>
  </property>
  <property fmtid="{D5CDD505-2E9C-101B-9397-08002B2CF9AE}" pid="11" name="ClassificationContentMarkingFooterText">
    <vt:lpwstr>Internal Use - Confidential</vt:lpwstr>
  </property>
</Properties>
</file>